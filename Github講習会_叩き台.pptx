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95" r:id="rId3"/>
    <p:sldId id="291" r:id="rId4"/>
    <p:sldId id="296" r:id="rId5"/>
    <p:sldId id="297" r:id="rId6"/>
    <p:sldId id="262" r:id="rId7"/>
    <p:sldId id="263" r:id="rId8"/>
    <p:sldId id="264" r:id="rId9"/>
    <p:sldId id="266" r:id="rId10"/>
    <p:sldId id="268" r:id="rId11"/>
    <p:sldId id="269" r:id="rId12"/>
    <p:sldId id="270" r:id="rId13"/>
    <p:sldId id="274" r:id="rId14"/>
    <p:sldId id="276" r:id="rId15"/>
    <p:sldId id="277" r:id="rId16"/>
    <p:sldId id="294" r:id="rId17"/>
    <p:sldId id="292" r:id="rId18"/>
    <p:sldId id="293" r:id="rId19"/>
    <p:sldId id="279" r:id="rId20"/>
    <p:sldId id="281" r:id="rId21"/>
    <p:sldId id="282" r:id="rId22"/>
    <p:sldId id="283" r:id="rId23"/>
    <p:sldId id="284" r:id="rId24"/>
    <p:sldId id="285" r:id="rId25"/>
    <p:sldId id="286" r:id="rId26"/>
    <p:sldId id="287" r:id="rId27"/>
    <p:sldId id="288" r:id="rId28"/>
    <p:sldId id="289" r:id="rId29"/>
    <p:sldId id="290" r:id="rId30"/>
  </p:sldIdLst>
  <p:sldSz cx="9144000" cy="6858000" type="screen4x3"/>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B782"/>
    <a:srgbClr val="1B27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83128"/>
  </p:normalViewPr>
  <p:slideViewPr>
    <p:cSldViewPr>
      <p:cViewPr>
        <p:scale>
          <a:sx n="111" d="100"/>
          <a:sy n="111" d="100"/>
        </p:scale>
        <p:origin x="376" y="32"/>
      </p:cViewPr>
      <p:guideLst>
        <p:guide orient="horz" pos="2880"/>
        <p:guide pos="1620"/>
      </p:guideLst>
    </p:cSldViewPr>
  </p:slideViewPr>
  <p:notesTextViewPr>
    <p:cViewPr>
      <p:scale>
        <a:sx n="100" d="100"/>
        <a:sy n="100" d="100"/>
      </p:scale>
      <p:origin x="0" y="0"/>
    </p:cViewPr>
  </p:notesTextViewPr>
  <p:notesViewPr>
    <p:cSldViewPr>
      <p:cViewPr varScale="1">
        <p:scale>
          <a:sx n="128" d="100"/>
          <a:sy n="128" d="100"/>
        </p:scale>
        <p:origin x="856"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FDF097D-DB2C-5B46-A031-9CE19AC8B639}" type="datetimeFigureOut">
              <a:rPr kumimoji="1" lang="ja-JP" altLang="en-US" smtClean="0"/>
              <a:t>2025/11/28</a:t>
            </a:fld>
            <a:endParaRPr kumimoji="1" lang="ja-JP" altLang="en-US"/>
          </a:p>
        </p:txBody>
      </p:sp>
      <p:sp>
        <p:nvSpPr>
          <p:cNvPr id="4" name="スライド イメージ プレースホルダー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57E55AC-FB2D-F048-9532-B54EC87B6A4A}" type="slidenum">
              <a:rPr kumimoji="1" lang="ja-JP" altLang="en-US" smtClean="0"/>
              <a:t>‹#›</a:t>
            </a:fld>
            <a:endParaRPr kumimoji="1" lang="ja-JP" altLang="en-US"/>
          </a:p>
        </p:txBody>
      </p:sp>
    </p:spTree>
    <p:extLst>
      <p:ext uri="{BB962C8B-B14F-4D97-AF65-F5344CB8AC3E}">
        <p14:creationId xmlns:p14="http://schemas.microsoft.com/office/powerpoint/2010/main" val="30121717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552950" y="857250"/>
            <a:ext cx="3086100" cy="23145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57E55AC-FB2D-F048-9532-B54EC87B6A4A}" type="slidenum">
              <a:rPr kumimoji="1" lang="ja-JP" altLang="en-US" smtClean="0"/>
              <a:t>17</a:t>
            </a:fld>
            <a:endParaRPr kumimoji="1" lang="ja-JP" altLang="en-US"/>
          </a:p>
        </p:txBody>
      </p:sp>
    </p:spTree>
    <p:extLst>
      <p:ext uri="{BB962C8B-B14F-4D97-AF65-F5344CB8AC3E}">
        <p14:creationId xmlns:p14="http://schemas.microsoft.com/office/powerpoint/2010/main" val="1009604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04660-872F-96DD-9E97-F184AF00C3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A86F94-EB18-04B2-DC0A-E2A6821CBAD7}"/>
              </a:ext>
            </a:extLst>
          </p:cNvPr>
          <p:cNvSpPr>
            <a:spLocks noGrp="1" noRot="1" noChangeAspect="1"/>
          </p:cNvSpPr>
          <p:nvPr>
            <p:ph type="sldImg"/>
          </p:nvPr>
        </p:nvSpPr>
        <p:spPr>
          <a:xfrm>
            <a:off x="4552950" y="857250"/>
            <a:ext cx="3086100" cy="2314575"/>
          </a:xfrm>
        </p:spPr>
      </p:sp>
      <p:sp>
        <p:nvSpPr>
          <p:cNvPr id="3" name="ノート プレースホルダー 2">
            <a:extLst>
              <a:ext uri="{FF2B5EF4-FFF2-40B4-BE49-F238E27FC236}">
                <a16:creationId xmlns:a16="http://schemas.microsoft.com/office/drawing/2014/main" id="{6C4609AF-BB4E-92BD-9C7F-C4C18ED5D27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465F4C3-D02B-1025-8349-A6DBB7D2B935}"/>
              </a:ext>
            </a:extLst>
          </p:cNvPr>
          <p:cNvSpPr>
            <a:spLocks noGrp="1"/>
          </p:cNvSpPr>
          <p:nvPr>
            <p:ph type="sldNum" sz="quarter" idx="5"/>
          </p:nvPr>
        </p:nvSpPr>
        <p:spPr/>
        <p:txBody>
          <a:bodyPr/>
          <a:lstStyle/>
          <a:p>
            <a:fld id="{157E55AC-FB2D-F048-9532-B54EC87B6A4A}" type="slidenum">
              <a:rPr kumimoji="1" lang="ja-JP" altLang="en-US" smtClean="0"/>
              <a:t>18</a:t>
            </a:fld>
            <a:endParaRPr kumimoji="1" lang="ja-JP" altLang="en-US"/>
          </a:p>
        </p:txBody>
      </p:sp>
    </p:spTree>
    <p:extLst>
      <p:ext uri="{BB962C8B-B14F-4D97-AF65-F5344CB8AC3E}">
        <p14:creationId xmlns:p14="http://schemas.microsoft.com/office/powerpoint/2010/main" val="15552976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solidFill>
          <a:srgbClr val="E4EFF7"/>
        </a:solidFill>
        <a:effectLst/>
      </p:bgPr>
    </p:bg>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45217AD7-578E-6E52-2089-7BCEDC4D6202}"/>
              </a:ext>
            </a:extLst>
          </p:cNvPr>
          <p:cNvPicPr>
            <a:picLocks noChangeAspect="1"/>
          </p:cNvPicPr>
          <p:nvPr userDrawn="1"/>
        </p:nvPicPr>
        <p:blipFill>
          <a:blip r:embed="rId2"/>
          <a:stretch>
            <a:fillRect/>
          </a:stretch>
        </p:blipFill>
        <p:spPr>
          <a:xfrm>
            <a:off x="4232657" y="1215830"/>
            <a:ext cx="4608265" cy="5538998"/>
          </a:xfrm>
          <a:prstGeom prst="rect">
            <a:avLst/>
          </a:prstGeom>
        </p:spPr>
      </p:pic>
      <p:sp>
        <p:nvSpPr>
          <p:cNvPr id="2" name="Title 1"/>
          <p:cNvSpPr>
            <a:spLocks noGrp="1"/>
          </p:cNvSpPr>
          <p:nvPr>
            <p:ph type="ctrTitle"/>
          </p:nvPr>
        </p:nvSpPr>
        <p:spPr>
          <a:xfrm>
            <a:off x="175497" y="2106600"/>
            <a:ext cx="6735608" cy="2387600"/>
          </a:xfrm>
          <a:prstGeom prst="rect">
            <a:avLst/>
          </a:prstGeom>
        </p:spPr>
        <p:txBody>
          <a:bodyPr anchor="b">
            <a:noAutofit/>
          </a:bodyPr>
          <a:lstStyle>
            <a:lvl1pPr algn="l">
              <a:lnSpc>
                <a:spcPct val="125000"/>
              </a:lnSpc>
              <a:defRPr sz="3000">
                <a:solidFill>
                  <a:schemeClr val="tx1"/>
                </a:solidFill>
              </a:defRPr>
            </a:lvl1pPr>
          </a:lstStyle>
          <a:p>
            <a:r>
              <a:rPr lang="en-US" altLang="ja-JP"/>
              <a:t>Click to edit Master title style</a:t>
            </a:r>
            <a:endParaRPr lang="en-US"/>
          </a:p>
        </p:txBody>
      </p:sp>
      <p:sp>
        <p:nvSpPr>
          <p:cNvPr id="3" name="Subtitle 2"/>
          <p:cNvSpPr>
            <a:spLocks noGrp="1"/>
          </p:cNvSpPr>
          <p:nvPr>
            <p:ph type="subTitle" idx="1"/>
          </p:nvPr>
        </p:nvSpPr>
        <p:spPr>
          <a:xfrm>
            <a:off x="175497" y="4810961"/>
            <a:ext cx="6735608" cy="1009481"/>
          </a:xfrm>
          <a:prstGeom prst="rect">
            <a:avLst/>
          </a:prstGeom>
        </p:spPr>
        <p:txBody>
          <a:bodyPr>
            <a:normAutofit/>
          </a:bodyPr>
          <a:lstStyle>
            <a:lvl1pPr marL="0" indent="0" algn="l">
              <a:lnSpc>
                <a:spcPct val="100000"/>
              </a:lnSpc>
              <a:buNone/>
              <a:defRPr sz="12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ja-JP"/>
              <a:t>Click to edit Master subtitle style</a:t>
            </a:r>
          </a:p>
        </p:txBody>
      </p:sp>
      <p:sp>
        <p:nvSpPr>
          <p:cNvPr id="4" name="Date Placeholder 3"/>
          <p:cNvSpPr>
            <a:spLocks noGrp="1"/>
          </p:cNvSpPr>
          <p:nvPr>
            <p:ph type="dt" sz="half" idx="10"/>
          </p:nvPr>
        </p:nvSpPr>
        <p:spPr>
          <a:xfrm>
            <a:off x="175496" y="6356353"/>
            <a:ext cx="2057400" cy="365125"/>
          </a:xfrm>
          <a:prstGeom prst="rect">
            <a:avLst/>
          </a:prstGeom>
        </p:spPr>
        <p:txBody>
          <a:bodyPr/>
          <a:lstStyle>
            <a:lvl1pPr>
              <a:defRPr sz="1200" b="0" i="0">
                <a:solidFill>
                  <a:schemeClr val="bg2"/>
                </a:solidFill>
                <a:latin typeface="Meiryo" panose="020B0604030504040204" pitchFamily="34" charset="-128"/>
                <a:ea typeface="Meiryo" panose="020B0604030504040204" pitchFamily="34" charset="-128"/>
              </a:defRPr>
            </a:lvl1pPr>
          </a:lstStyle>
          <a:p>
            <a:r>
              <a:rPr kumimoji="1" lang="en-US" altLang="ja-JP"/>
              <a:t>2025/3/21</a:t>
            </a:r>
            <a:endParaRPr kumimoji="1" lang="ja-JP" altLang="en-US"/>
          </a:p>
        </p:txBody>
      </p:sp>
      <p:sp>
        <p:nvSpPr>
          <p:cNvPr id="15" name="Slide Number Placeholder 5">
            <a:extLst>
              <a:ext uri="{FF2B5EF4-FFF2-40B4-BE49-F238E27FC236}">
                <a16:creationId xmlns:a16="http://schemas.microsoft.com/office/drawing/2014/main" id="{1A4F3C2E-C4FB-C0A2-A7F8-4672CDBA0743}"/>
              </a:ext>
            </a:extLst>
          </p:cNvPr>
          <p:cNvSpPr>
            <a:spLocks noGrp="1"/>
          </p:cNvSpPr>
          <p:nvPr>
            <p:ph type="sldNum" sz="quarter" idx="12"/>
          </p:nvPr>
        </p:nvSpPr>
        <p:spPr>
          <a:xfrm>
            <a:off x="6911104" y="6356353"/>
            <a:ext cx="2057400" cy="365125"/>
          </a:xfrm>
          <a:prstGeom prst="rect">
            <a:avLst/>
          </a:prstGeom>
        </p:spPr>
        <p:txBody>
          <a:bodyPr anchor="t"/>
          <a:lstStyle>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a:t>
            </a:fld>
            <a:endParaRPr kumimoji="1" lang="ja-JP" altLang="en-US"/>
          </a:p>
        </p:txBody>
      </p:sp>
    </p:spTree>
    <p:extLst>
      <p:ext uri="{BB962C8B-B14F-4D97-AF65-F5344CB8AC3E}">
        <p14:creationId xmlns:p14="http://schemas.microsoft.com/office/powerpoint/2010/main" val="380776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497" y="890539"/>
            <a:ext cx="8793008" cy="5286424"/>
          </a:xfrm>
          <a:prstGeom prst="rect">
            <a:avLst/>
          </a:prstGeom>
        </p:spPr>
        <p:txBody>
          <a:bodyPr/>
          <a:lstStyle>
            <a:lvl1pPr>
              <a:lnSpc>
                <a:spcPct val="125000"/>
              </a:lnSpc>
              <a:defRPr sz="1800"/>
            </a:lvl1pPr>
            <a:lvl2pPr>
              <a:lnSpc>
                <a:spcPct val="125000"/>
              </a:lnSpc>
              <a:defRPr sz="1500"/>
            </a:lvl2pPr>
            <a:lvl3pPr>
              <a:lnSpc>
                <a:spcPct val="125000"/>
              </a:lnSpc>
              <a:defRPr sz="1350"/>
            </a:lvl3pPr>
            <a:lvl4pPr>
              <a:lnSpc>
                <a:spcPct val="125000"/>
              </a:lnSpc>
              <a:defRPr sz="1200"/>
            </a:lvl4pPr>
            <a:lvl5pPr>
              <a:lnSpc>
                <a:spcPct val="125000"/>
              </a:lnSpc>
              <a:defRPr sz="105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Footer Placeholder 4"/>
          <p:cNvSpPr>
            <a:spLocks noGrp="1"/>
          </p:cNvSpPr>
          <p:nvPr>
            <p:ph type="ftr" sz="quarter" idx="11"/>
          </p:nvPr>
        </p:nvSpPr>
        <p:spPr>
          <a:xfrm>
            <a:off x="175497" y="6356353"/>
            <a:ext cx="7899992" cy="365125"/>
          </a:xfrm>
          <a:prstGeom prst="rect">
            <a:avLst/>
          </a:prstGeom>
        </p:spPr>
        <p:txBody>
          <a:bodyPr anchor="b"/>
          <a:lstStyle>
            <a:lvl1pPr>
              <a:defRPr sz="788" b="0" i="0">
                <a:solidFill>
                  <a:schemeClr val="tx1">
                    <a:lumMod val="50000"/>
                    <a:lumOff val="50000"/>
                  </a:schemeClr>
                </a:solidFill>
                <a:latin typeface="Meiryo" panose="020B0604030504040204" pitchFamily="34" charset="-128"/>
                <a:ea typeface="Meiryo" panose="020B0604030504040204" pitchFamily="34" charset="-128"/>
              </a:defRPr>
            </a:lvl1pPr>
          </a:lstStyle>
          <a:p>
            <a:endParaRPr kumimoji="1" lang="ja-JP" altLang="en-US"/>
          </a:p>
        </p:txBody>
      </p:sp>
      <p:sp>
        <p:nvSpPr>
          <p:cNvPr id="11" name="Slide Number Placeholder 5">
            <a:extLst>
              <a:ext uri="{FF2B5EF4-FFF2-40B4-BE49-F238E27FC236}">
                <a16:creationId xmlns:a16="http://schemas.microsoft.com/office/drawing/2014/main" id="{BC718A4B-BAF8-B8D9-6ADA-804C6E0EB287}"/>
              </a:ext>
            </a:extLst>
          </p:cNvPr>
          <p:cNvSpPr>
            <a:spLocks noGrp="1"/>
          </p:cNvSpPr>
          <p:nvPr>
            <p:ph type="sldNum" sz="quarter" idx="12"/>
          </p:nvPr>
        </p:nvSpPr>
        <p:spPr>
          <a:xfrm>
            <a:off x="8198778" y="6356353"/>
            <a:ext cx="769726" cy="365125"/>
          </a:xfrm>
          <a:prstGeom prst="rect">
            <a:avLst/>
          </a:prstGeom>
        </p:spPr>
        <p:txBody>
          <a:bodyPr anchor="t"/>
          <a:lstStyle>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a:t>
            </a:fld>
            <a:endParaRPr kumimoji="1" lang="ja-JP" altLang="en-US"/>
          </a:p>
        </p:txBody>
      </p:sp>
      <p:sp>
        <p:nvSpPr>
          <p:cNvPr id="12" name="Title 1">
            <a:extLst>
              <a:ext uri="{FF2B5EF4-FFF2-40B4-BE49-F238E27FC236}">
                <a16:creationId xmlns:a16="http://schemas.microsoft.com/office/drawing/2014/main" id="{AC01C0EA-818C-3699-21A0-7BA73296F90D}"/>
              </a:ext>
            </a:extLst>
          </p:cNvPr>
          <p:cNvSpPr>
            <a:spLocks noGrp="1"/>
          </p:cNvSpPr>
          <p:nvPr>
            <p:ph type="title"/>
          </p:nvPr>
        </p:nvSpPr>
        <p:spPr>
          <a:xfrm>
            <a:off x="175497" y="0"/>
            <a:ext cx="8793008" cy="681039"/>
          </a:xfrm>
          <a:prstGeom prst="rect">
            <a:avLst/>
          </a:prstGeom>
        </p:spPr>
        <p:txBody>
          <a:bodyPr/>
          <a:lstStyle/>
          <a:p>
            <a:r>
              <a:rPr lang="en-US" altLang="ja-JP"/>
              <a:t>Click to edit Master title style</a:t>
            </a:r>
            <a:endParaRPr lang="en-US"/>
          </a:p>
        </p:txBody>
      </p:sp>
      <p:sp>
        <p:nvSpPr>
          <p:cNvPr id="13" name="正方形/長方形 12">
            <a:extLst>
              <a:ext uri="{FF2B5EF4-FFF2-40B4-BE49-F238E27FC236}">
                <a16:creationId xmlns:a16="http://schemas.microsoft.com/office/drawing/2014/main" id="{7F4D7D83-5FAA-EA59-C1B9-2376543404AC}"/>
              </a:ext>
            </a:extLst>
          </p:cNvPr>
          <p:cNvSpPr/>
          <p:nvPr userDrawn="1"/>
        </p:nvSpPr>
        <p:spPr>
          <a:xfrm>
            <a:off x="0" y="697322"/>
            <a:ext cx="4572000" cy="1769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4" name="正方形/長方形 13">
            <a:extLst>
              <a:ext uri="{FF2B5EF4-FFF2-40B4-BE49-F238E27FC236}">
                <a16:creationId xmlns:a16="http://schemas.microsoft.com/office/drawing/2014/main" id="{0E36AF24-C176-FDF4-0F41-00756F8ABFAF}"/>
              </a:ext>
            </a:extLst>
          </p:cNvPr>
          <p:cNvSpPr/>
          <p:nvPr userDrawn="1"/>
        </p:nvSpPr>
        <p:spPr>
          <a:xfrm>
            <a:off x="4572000" y="697322"/>
            <a:ext cx="4572000" cy="176937"/>
          </a:xfrm>
          <a:prstGeom prst="rect">
            <a:avLst/>
          </a:prstGeom>
          <a:solidFill>
            <a:srgbClr val="896C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375160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強調コピー（ロゴなし）">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0990226-2528-1BFC-291C-6AA1D2B69E87}"/>
              </a:ext>
            </a:extLst>
          </p:cNvPr>
          <p:cNvSpPr>
            <a:spLocks noGrp="1"/>
          </p:cNvSpPr>
          <p:nvPr>
            <p:ph type="title"/>
          </p:nvPr>
        </p:nvSpPr>
        <p:spPr>
          <a:xfrm>
            <a:off x="175497" y="2736290"/>
            <a:ext cx="8793008" cy="1385420"/>
          </a:xfrm>
          <a:prstGeom prst="rect">
            <a:avLst/>
          </a:prstGeom>
        </p:spPr>
        <p:txBody>
          <a:bodyPr anchor="ctr">
            <a:normAutofit/>
          </a:bodyPr>
          <a:lstStyle>
            <a:lvl1pPr algn="ctr">
              <a:lnSpc>
                <a:spcPct val="125000"/>
              </a:lnSpc>
              <a:defRPr sz="3600"/>
            </a:lvl1pPr>
          </a:lstStyle>
          <a:p>
            <a:r>
              <a:rPr lang="en-US" altLang="ja-JP"/>
              <a:t>Click to edit Master title style</a:t>
            </a:r>
            <a:endParaRPr lang="en-US"/>
          </a:p>
        </p:txBody>
      </p:sp>
      <p:sp>
        <p:nvSpPr>
          <p:cNvPr id="2" name="Footer Placeholder 4">
            <a:extLst>
              <a:ext uri="{FF2B5EF4-FFF2-40B4-BE49-F238E27FC236}">
                <a16:creationId xmlns:a16="http://schemas.microsoft.com/office/drawing/2014/main" id="{54CB5D3A-D6C4-6BBC-03C0-7392955D3654}"/>
              </a:ext>
            </a:extLst>
          </p:cNvPr>
          <p:cNvSpPr>
            <a:spLocks noGrp="1"/>
          </p:cNvSpPr>
          <p:nvPr>
            <p:ph type="ftr" sz="quarter" idx="11"/>
          </p:nvPr>
        </p:nvSpPr>
        <p:spPr>
          <a:xfrm>
            <a:off x="175497" y="6356353"/>
            <a:ext cx="7899992" cy="365125"/>
          </a:xfrm>
          <a:prstGeom prst="rect">
            <a:avLst/>
          </a:prstGeom>
        </p:spPr>
        <p:txBody>
          <a:bodyPr anchor="b"/>
          <a:lstStyle>
            <a:lvl1pPr>
              <a:defRPr sz="788" b="0" i="0">
                <a:solidFill>
                  <a:schemeClr val="tx1">
                    <a:lumMod val="50000"/>
                    <a:lumOff val="50000"/>
                  </a:schemeClr>
                </a:solidFill>
                <a:latin typeface="Meiryo" panose="020B0604030504040204" pitchFamily="34" charset="-128"/>
                <a:ea typeface="Meiryo" panose="020B0604030504040204" pitchFamily="34" charset="-128"/>
              </a:defRPr>
            </a:lvl1pPr>
          </a:lstStyle>
          <a:p>
            <a:endParaRPr kumimoji="1" lang="ja-JP" altLang="en-US"/>
          </a:p>
        </p:txBody>
      </p:sp>
      <p:sp>
        <p:nvSpPr>
          <p:cNvPr id="5" name="Slide Number Placeholder 5">
            <a:extLst>
              <a:ext uri="{FF2B5EF4-FFF2-40B4-BE49-F238E27FC236}">
                <a16:creationId xmlns:a16="http://schemas.microsoft.com/office/drawing/2014/main" id="{3A56A7ED-2992-1F8A-8B9D-EC1C68DBDC2D}"/>
              </a:ext>
            </a:extLst>
          </p:cNvPr>
          <p:cNvSpPr>
            <a:spLocks noGrp="1"/>
          </p:cNvSpPr>
          <p:nvPr>
            <p:ph type="sldNum" sz="quarter" idx="12"/>
          </p:nvPr>
        </p:nvSpPr>
        <p:spPr>
          <a:xfrm>
            <a:off x="8198778" y="6356353"/>
            <a:ext cx="769726" cy="365125"/>
          </a:xfrm>
          <a:prstGeom prst="rect">
            <a:avLst/>
          </a:prstGeom>
        </p:spPr>
        <p:txBody>
          <a:bodyPr anchor="t"/>
          <a:lstStyle>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a:t>
            </a:fld>
            <a:endParaRPr kumimoji="1" lang="ja-JP" altLang="en-US"/>
          </a:p>
        </p:txBody>
      </p:sp>
    </p:spTree>
    <p:extLst>
      <p:ext uri="{BB962C8B-B14F-4D97-AF65-F5344CB8AC3E}">
        <p14:creationId xmlns:p14="http://schemas.microsoft.com/office/powerpoint/2010/main" val="370670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白紙）">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75497" y="6356353"/>
            <a:ext cx="7899992" cy="365125"/>
          </a:xfrm>
          <a:prstGeom prst="rect">
            <a:avLst/>
          </a:prstGeom>
        </p:spPr>
        <p:txBody>
          <a:bodyPr anchor="b"/>
          <a:lstStyle>
            <a:lvl1pPr>
              <a:defRPr sz="788" b="0" i="0">
                <a:solidFill>
                  <a:schemeClr val="tx1">
                    <a:lumMod val="50000"/>
                    <a:lumOff val="50000"/>
                  </a:schemeClr>
                </a:solidFill>
                <a:latin typeface="Meiryo" panose="020B0604030504040204" pitchFamily="34" charset="-128"/>
                <a:ea typeface="Meiryo" panose="020B0604030504040204" pitchFamily="34" charset="-128"/>
              </a:defRPr>
            </a:lvl1pPr>
          </a:lstStyle>
          <a:p>
            <a:endParaRPr kumimoji="1" lang="ja-JP" altLang="en-US"/>
          </a:p>
        </p:txBody>
      </p:sp>
      <p:sp>
        <p:nvSpPr>
          <p:cNvPr id="11" name="Slide Number Placeholder 5">
            <a:extLst>
              <a:ext uri="{FF2B5EF4-FFF2-40B4-BE49-F238E27FC236}">
                <a16:creationId xmlns:a16="http://schemas.microsoft.com/office/drawing/2014/main" id="{BC718A4B-BAF8-B8D9-6ADA-804C6E0EB287}"/>
              </a:ext>
            </a:extLst>
          </p:cNvPr>
          <p:cNvSpPr>
            <a:spLocks noGrp="1"/>
          </p:cNvSpPr>
          <p:nvPr>
            <p:ph type="sldNum" sz="quarter" idx="12"/>
          </p:nvPr>
        </p:nvSpPr>
        <p:spPr>
          <a:xfrm>
            <a:off x="8198778" y="6356353"/>
            <a:ext cx="769726" cy="365125"/>
          </a:xfrm>
          <a:prstGeom prst="rect">
            <a:avLst/>
          </a:prstGeom>
        </p:spPr>
        <p:txBody>
          <a:bodyPr anchor="t"/>
          <a:lstStyle>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a:t>
            </a:fld>
            <a:endParaRPr kumimoji="1" lang="ja-JP" altLang="en-US"/>
          </a:p>
        </p:txBody>
      </p:sp>
      <p:sp>
        <p:nvSpPr>
          <p:cNvPr id="12" name="Title 1">
            <a:extLst>
              <a:ext uri="{FF2B5EF4-FFF2-40B4-BE49-F238E27FC236}">
                <a16:creationId xmlns:a16="http://schemas.microsoft.com/office/drawing/2014/main" id="{AC01C0EA-818C-3699-21A0-7BA73296F90D}"/>
              </a:ext>
            </a:extLst>
          </p:cNvPr>
          <p:cNvSpPr>
            <a:spLocks noGrp="1"/>
          </p:cNvSpPr>
          <p:nvPr>
            <p:ph type="title"/>
          </p:nvPr>
        </p:nvSpPr>
        <p:spPr>
          <a:xfrm>
            <a:off x="175497" y="0"/>
            <a:ext cx="8793008" cy="681039"/>
          </a:xfrm>
          <a:prstGeom prst="rect">
            <a:avLst/>
          </a:prstGeom>
        </p:spPr>
        <p:txBody>
          <a:bodyPr/>
          <a:lstStyle/>
          <a:p>
            <a:r>
              <a:rPr lang="en-US" altLang="ja-JP"/>
              <a:t>Click to edit Master title style</a:t>
            </a:r>
            <a:endParaRPr lang="en-US"/>
          </a:p>
        </p:txBody>
      </p:sp>
      <p:sp>
        <p:nvSpPr>
          <p:cNvPr id="13" name="正方形/長方形 12">
            <a:extLst>
              <a:ext uri="{FF2B5EF4-FFF2-40B4-BE49-F238E27FC236}">
                <a16:creationId xmlns:a16="http://schemas.microsoft.com/office/drawing/2014/main" id="{7F4D7D83-5FAA-EA59-C1B9-2376543404AC}"/>
              </a:ext>
            </a:extLst>
          </p:cNvPr>
          <p:cNvSpPr/>
          <p:nvPr userDrawn="1"/>
        </p:nvSpPr>
        <p:spPr>
          <a:xfrm>
            <a:off x="0" y="697322"/>
            <a:ext cx="4572000" cy="1769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4" name="正方形/長方形 13">
            <a:extLst>
              <a:ext uri="{FF2B5EF4-FFF2-40B4-BE49-F238E27FC236}">
                <a16:creationId xmlns:a16="http://schemas.microsoft.com/office/drawing/2014/main" id="{0E36AF24-C176-FDF4-0F41-00756F8ABFAF}"/>
              </a:ext>
            </a:extLst>
          </p:cNvPr>
          <p:cNvSpPr/>
          <p:nvPr userDrawn="1"/>
        </p:nvSpPr>
        <p:spPr>
          <a:xfrm>
            <a:off x="4572000" y="697322"/>
            <a:ext cx="4572000" cy="176937"/>
          </a:xfrm>
          <a:prstGeom prst="rect">
            <a:avLst/>
          </a:prstGeom>
          <a:solidFill>
            <a:srgbClr val="896C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583035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689ED404-1D29-C1D5-CFF6-05118A1EE414}"/>
              </a:ext>
            </a:extLst>
          </p:cNvPr>
          <p:cNvPicPr>
            <a:picLocks noChangeAspect="1"/>
          </p:cNvPicPr>
          <p:nvPr userDrawn="1"/>
        </p:nvPicPr>
        <p:blipFill>
          <a:blip r:embed="rId2"/>
          <a:stretch>
            <a:fillRect/>
          </a:stretch>
        </p:blipFill>
        <p:spPr>
          <a:xfrm>
            <a:off x="3583" y="0"/>
            <a:ext cx="9136835" cy="6858000"/>
          </a:xfrm>
          <a:prstGeom prst="rect">
            <a:avLst/>
          </a:prstGeom>
        </p:spPr>
      </p:pic>
      <p:pic>
        <p:nvPicPr>
          <p:cNvPr id="6" name="図 5">
            <a:extLst>
              <a:ext uri="{FF2B5EF4-FFF2-40B4-BE49-F238E27FC236}">
                <a16:creationId xmlns:a16="http://schemas.microsoft.com/office/drawing/2014/main" id="{A1758D4F-4EA5-DDFF-AD89-5EAF2009C6DE}"/>
              </a:ext>
            </a:extLst>
          </p:cNvPr>
          <p:cNvPicPr>
            <a:picLocks noChangeAspect="1"/>
          </p:cNvPicPr>
          <p:nvPr userDrawn="1"/>
        </p:nvPicPr>
        <p:blipFill>
          <a:blip r:embed="rId3"/>
          <a:stretch>
            <a:fillRect/>
          </a:stretch>
        </p:blipFill>
        <p:spPr>
          <a:xfrm>
            <a:off x="4417620" y="5323316"/>
            <a:ext cx="3648484" cy="911230"/>
          </a:xfrm>
          <a:prstGeom prst="rect">
            <a:avLst/>
          </a:prstGeom>
        </p:spPr>
      </p:pic>
      <p:pic>
        <p:nvPicPr>
          <p:cNvPr id="8" name="図 7">
            <a:extLst>
              <a:ext uri="{FF2B5EF4-FFF2-40B4-BE49-F238E27FC236}">
                <a16:creationId xmlns:a16="http://schemas.microsoft.com/office/drawing/2014/main" id="{2F75F625-ECB1-6EF1-F8ED-FC1A01977B6A}"/>
              </a:ext>
            </a:extLst>
          </p:cNvPr>
          <p:cNvPicPr>
            <a:picLocks noChangeAspect="1"/>
          </p:cNvPicPr>
          <p:nvPr userDrawn="1"/>
        </p:nvPicPr>
        <p:blipFill>
          <a:blip r:embed="rId4"/>
          <a:stretch>
            <a:fillRect/>
          </a:stretch>
        </p:blipFill>
        <p:spPr>
          <a:xfrm>
            <a:off x="1623655" y="5501102"/>
            <a:ext cx="2397518" cy="543438"/>
          </a:xfrm>
          <a:prstGeom prst="rect">
            <a:avLst/>
          </a:prstGeom>
        </p:spPr>
      </p:pic>
    </p:spTree>
    <p:extLst>
      <p:ext uri="{BB962C8B-B14F-4D97-AF65-F5344CB8AC3E}">
        <p14:creationId xmlns:p14="http://schemas.microsoft.com/office/powerpoint/2010/main" val="982522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03784" y="610361"/>
            <a:ext cx="3811905" cy="507831"/>
          </a:xfrm>
          <a:prstGeom prst="rect">
            <a:avLst/>
          </a:prstGeom>
        </p:spPr>
        <p:txBody>
          <a:bodyPr wrap="square" lIns="0" tIns="0" rIns="0" bIns="0">
            <a:spAutoFit/>
          </a:bodyPr>
          <a:lstStyle>
            <a:lvl1pPr>
              <a:defRPr sz="3300" b="1" i="0">
                <a:solidFill>
                  <a:schemeClr val="bg1"/>
                </a:solidFill>
                <a:latin typeface="Meiryo" panose="020B0604030504040204" pitchFamily="34" charset="-128"/>
                <a:ea typeface="Meiryo" panose="020B0604030504040204" pitchFamily="34" charset="-128"/>
                <a:cs typeface="Meiryo" panose="020B0604030504040204" pitchFamily="34" charset="-128"/>
              </a:defRPr>
            </a:lvl1pPr>
          </a:lstStyle>
          <a:p>
            <a:endParaRPr/>
          </a:p>
        </p:txBody>
      </p:sp>
      <p:sp>
        <p:nvSpPr>
          <p:cNvPr id="3" name="Holder 3"/>
          <p:cNvSpPr>
            <a:spLocks noGrp="1"/>
          </p:cNvSpPr>
          <p:nvPr>
            <p:ph type="subTitle" idx="4"/>
          </p:nvPr>
        </p:nvSpPr>
        <p:spPr>
          <a:xfrm>
            <a:off x="1371600" y="3840480"/>
            <a:ext cx="6400800" cy="553998"/>
          </a:xfrm>
          <a:prstGeom prst="rect">
            <a:avLst/>
          </a:prstGeom>
        </p:spPr>
        <p:txBody>
          <a:bodyPr wrap="square" lIns="0" tIns="0" rIns="0" bIns="0">
            <a:spAutoFit/>
          </a:bodyPr>
          <a:lstStyle>
            <a:lvl1pPr>
              <a:defRPr sz="3600" b="0" i="0">
                <a:solidFill>
                  <a:srgbClr val="188861"/>
                </a:solidFill>
                <a:latin typeface="Meiryo" panose="020B0604030504040204" pitchFamily="34" charset="-128"/>
                <a:ea typeface="Meiryo" panose="020B0604030504040204" pitchFamily="34" charset="-128"/>
                <a:cs typeface="Meiryo" panose="020B0604030504040204" pitchFamily="34" charset="-128"/>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lIns="0" tIns="0" rIns="0" bIns="0"/>
          <a:lstStyle>
            <a:lvl1pPr algn="ctr">
              <a:defRPr>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5" name="Holder 5"/>
          <p:cNvSpPr>
            <a:spLocks noGrp="1"/>
          </p:cNvSpPr>
          <p:nvPr>
            <p:ph type="dt" sz="half" idx="6"/>
          </p:nvPr>
        </p:nvSpPr>
        <p:spPr>
          <a:xfrm>
            <a:off x="457200" y="6377941"/>
            <a:ext cx="2103120" cy="276999"/>
          </a:xfrm>
          <a:prstGeom prst="rect">
            <a:avLst/>
          </a:prstGeom>
        </p:spPr>
        <p:txBody>
          <a:bodyPr lIns="0" tIns="0" rIns="0" bIns="0"/>
          <a:lstStyle>
            <a:lvl1pPr algn="l">
              <a:defRPr>
                <a:solidFill>
                  <a:schemeClr val="tx1">
                    <a:tint val="75000"/>
                  </a:schemeClr>
                </a:solidFill>
                <a:latin typeface="Meiryo" panose="020B0604030504040204" pitchFamily="34" charset="-128"/>
                <a:ea typeface="Meiryo" panose="020B0604030504040204" pitchFamily="34" charset="-128"/>
              </a:defRPr>
            </a:lvl1pPr>
          </a:lstStyle>
          <a:p>
            <a:fld id="{1D8BD707-D9CF-40AE-B4C6-C98DA3205C09}" type="datetimeFigureOut">
              <a:rPr lang="en-US" smtClean="0"/>
              <a:pPr/>
              <a:t>11/28/25</a:t>
            </a:fld>
            <a:endParaRPr lang="en-US"/>
          </a:p>
        </p:txBody>
      </p:sp>
      <p:sp>
        <p:nvSpPr>
          <p:cNvPr id="6" name="Holder 6"/>
          <p:cNvSpPr>
            <a:spLocks noGrp="1"/>
          </p:cNvSpPr>
          <p:nvPr>
            <p:ph type="sldNum" sz="quarter" idx="7"/>
          </p:nvPr>
        </p:nvSpPr>
        <p:spPr>
          <a:xfrm>
            <a:off x="6583680" y="6377941"/>
            <a:ext cx="2103120" cy="276999"/>
          </a:xfrm>
          <a:prstGeom prst="rect">
            <a:avLst/>
          </a:prstGeom>
        </p:spPr>
        <p:txBody>
          <a:bodyPr lIns="0" tIns="0" rIns="0" bIns="0"/>
          <a:lstStyle>
            <a:lvl1pPr algn="r">
              <a:defRPr>
                <a:solidFill>
                  <a:schemeClr val="tx1">
                    <a:tint val="75000"/>
                  </a:schemeClr>
                </a:solidFill>
                <a:latin typeface="Meiryo" panose="020B0604030504040204" pitchFamily="34" charset="-128"/>
                <a:ea typeface="Meiryo" panose="020B0604030504040204" pitchFamily="34" charset="-128"/>
              </a:defRPr>
            </a:lvl1pPr>
          </a:lstStyle>
          <a:p>
            <a:fld id="{B6F15528-21DE-4FAA-801E-634DDDAF4B2B}" type="slidenum">
              <a:rPr lang="en-US" altLang="ja-JP" smtClean="0"/>
              <a:pPr/>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10763" y="76200"/>
            <a:ext cx="6001703" cy="533400"/>
          </a:xfrm>
          <a:prstGeom prst="rect">
            <a:avLst/>
          </a:prstGeom>
        </p:spPr>
        <p:txBody>
          <a:bodyPr lIns="0" tIns="0" rIns="0" bIns="0"/>
          <a:lstStyle>
            <a:lvl1pPr>
              <a:defRPr sz="36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stStyle>
          <a:p>
            <a:endParaRPr dirty="0"/>
          </a:p>
        </p:txBody>
      </p:sp>
      <p:sp>
        <p:nvSpPr>
          <p:cNvPr id="3" name="Holder 3"/>
          <p:cNvSpPr>
            <a:spLocks noGrp="1"/>
          </p:cNvSpPr>
          <p:nvPr>
            <p:ph type="body" idx="1"/>
          </p:nvPr>
        </p:nvSpPr>
        <p:spPr>
          <a:xfrm>
            <a:off x="511911" y="2942920"/>
            <a:ext cx="8047673" cy="738664"/>
          </a:xfrm>
          <a:prstGeom prst="rect">
            <a:avLst/>
          </a:prstGeom>
        </p:spPr>
        <p:txBody>
          <a:bodyPr lIns="0" tIns="0" rIns="0" bIns="0"/>
          <a:lstStyle>
            <a:lvl1pPr>
              <a:defRPr sz="36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stStyle>
          <a:p>
            <a:endParaRPr/>
          </a:p>
        </p:txBody>
      </p:sp>
      <p:sp>
        <p:nvSpPr>
          <p:cNvPr id="4" name="Holder 4"/>
          <p:cNvSpPr>
            <a:spLocks noGrp="1"/>
          </p:cNvSpPr>
          <p:nvPr>
            <p:ph type="ftr" sz="quarter" idx="5"/>
          </p:nvPr>
        </p:nvSpPr>
        <p:spPr>
          <a:xfrm>
            <a:off x="3108960" y="6553200"/>
            <a:ext cx="2926080" cy="276999"/>
          </a:xfrm>
          <a:prstGeom prst="rect">
            <a:avLst/>
          </a:prstGeom>
        </p:spPr>
        <p:txBody>
          <a:bodyPr lIns="0" tIns="0" rIns="0" bIns="0"/>
          <a:lstStyle>
            <a:lvl1pPr algn="ctr">
              <a:defRPr b="0" i="0">
                <a:solidFill>
                  <a:schemeClr val="tx1"/>
                </a:solidFill>
                <a:latin typeface="Meiryo" panose="020B0604030504040204" pitchFamily="34" charset="-128"/>
                <a:ea typeface="Meiryo" panose="020B0604030504040204" pitchFamily="34" charset="-128"/>
              </a:defRPr>
            </a:lvl1pPr>
          </a:lstStyle>
          <a:p>
            <a:endParaRPr lang="ja-JP" altLang="en-US"/>
          </a:p>
        </p:txBody>
      </p:sp>
      <p:sp>
        <p:nvSpPr>
          <p:cNvPr id="5" name="Holder 5"/>
          <p:cNvSpPr>
            <a:spLocks noGrp="1"/>
          </p:cNvSpPr>
          <p:nvPr>
            <p:ph type="dt" sz="half" idx="6"/>
          </p:nvPr>
        </p:nvSpPr>
        <p:spPr>
          <a:xfrm>
            <a:off x="457200" y="6553200"/>
            <a:ext cx="2103120" cy="276999"/>
          </a:xfrm>
          <a:prstGeom prst="rect">
            <a:avLst/>
          </a:prstGeom>
        </p:spPr>
        <p:txBody>
          <a:bodyPr lIns="0" tIns="0" rIns="0" bIns="0"/>
          <a:lstStyle>
            <a:lvl1pPr algn="l">
              <a:defRPr b="0" i="0">
                <a:solidFill>
                  <a:schemeClr val="tx1"/>
                </a:solidFill>
                <a:latin typeface="Meiryo" panose="020B0604030504040204" pitchFamily="34" charset="-128"/>
                <a:ea typeface="Meiryo" panose="020B0604030504040204" pitchFamily="34" charset="-128"/>
              </a:defRPr>
            </a:lvl1pPr>
          </a:lstStyle>
          <a:p>
            <a:fld id="{1D8BD707-D9CF-40AE-B4C6-C98DA3205C09}" type="datetimeFigureOut">
              <a:rPr lang="en-US" smtClean="0"/>
              <a:pPr/>
              <a:t>11/28/25</a:t>
            </a:fld>
            <a:endParaRPr lang="en-US"/>
          </a:p>
        </p:txBody>
      </p:sp>
      <p:sp>
        <p:nvSpPr>
          <p:cNvPr id="9" name="Slide Number Placeholder 5">
            <a:extLst>
              <a:ext uri="{FF2B5EF4-FFF2-40B4-BE49-F238E27FC236}">
                <a16:creationId xmlns:a16="http://schemas.microsoft.com/office/drawing/2014/main" id="{26284054-E79D-B8FA-BD4B-83243CEE9BEB}"/>
              </a:ext>
            </a:extLst>
          </p:cNvPr>
          <p:cNvSpPr>
            <a:spLocks noGrp="1"/>
          </p:cNvSpPr>
          <p:nvPr>
            <p:ph type="sldNum" sz="quarter" idx="4"/>
          </p:nvPr>
        </p:nvSpPr>
        <p:spPr>
          <a:xfrm>
            <a:off x="7086600" y="6529983"/>
            <a:ext cx="2057400" cy="288924"/>
          </a:xfrm>
          <a:prstGeom prst="rect">
            <a:avLst/>
          </a:prstGeom>
        </p:spPr>
        <p:txBody>
          <a:bodyPr anchor="t"/>
          <a:lstStyle>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03783" y="645413"/>
            <a:ext cx="6001703" cy="696594"/>
          </a:xfrm>
          <a:prstGeom prst="rect">
            <a:avLst/>
          </a:prstGeom>
        </p:spPr>
        <p:txBody>
          <a:bodyPr lIns="0" tIns="0" rIns="0" bIns="0"/>
          <a:lstStyle>
            <a:lvl1pPr>
              <a:defRPr sz="3300" b="1" i="0">
                <a:solidFill>
                  <a:schemeClr val="bg1"/>
                </a:solidFill>
                <a:latin typeface="Yu Gothic"/>
                <a:cs typeface="Yu Gothic"/>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6377941"/>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6377941"/>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11/28/25</a:t>
            </a:fld>
            <a:endParaRPr lang="en-US"/>
          </a:p>
        </p:txBody>
      </p:sp>
      <p:sp>
        <p:nvSpPr>
          <p:cNvPr id="7" name="Holder 7"/>
          <p:cNvSpPr>
            <a:spLocks noGrp="1"/>
          </p:cNvSpPr>
          <p:nvPr>
            <p:ph type="sldNum" sz="quarter" idx="7"/>
          </p:nvPr>
        </p:nvSpPr>
        <p:spPr>
          <a:xfrm>
            <a:off x="6583680" y="6377941"/>
            <a:ext cx="210312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3783" y="645413"/>
            <a:ext cx="6001703" cy="696594"/>
          </a:xfrm>
          <a:prstGeom prst="rect">
            <a:avLst/>
          </a:prstGeom>
        </p:spPr>
        <p:txBody>
          <a:bodyPr lIns="0" tIns="0" rIns="0" bIns="0"/>
          <a:lstStyle>
            <a:lvl1pPr>
              <a:defRPr sz="3300" b="1" i="0">
                <a:solidFill>
                  <a:schemeClr val="bg1"/>
                </a:solidFill>
                <a:latin typeface="Yu Gothic"/>
                <a:cs typeface="Yu Gothic"/>
              </a:defRPr>
            </a:lvl1pPr>
          </a:lstStyle>
          <a:p>
            <a:endParaRPr/>
          </a:p>
        </p:txBody>
      </p:sp>
      <p:sp>
        <p:nvSpPr>
          <p:cNvPr id="3" name="Holder 3"/>
          <p:cNvSpPr>
            <a:spLocks noGrp="1"/>
          </p:cNvSpPr>
          <p:nvPr>
            <p:ph type="ftr" sz="quarter" idx="5"/>
          </p:nvPr>
        </p:nvSpPr>
        <p:spPr>
          <a:xfrm>
            <a:off x="3108960" y="6377941"/>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6377941"/>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11/28/25</a:t>
            </a:fld>
            <a:endParaRPr lang="en-US"/>
          </a:p>
        </p:txBody>
      </p:sp>
      <p:sp>
        <p:nvSpPr>
          <p:cNvPr id="5" name="Holder 5"/>
          <p:cNvSpPr>
            <a:spLocks noGrp="1"/>
          </p:cNvSpPr>
          <p:nvPr>
            <p:ph type="sldNum" sz="quarter" idx="7"/>
          </p:nvPr>
        </p:nvSpPr>
        <p:spPr>
          <a:xfrm>
            <a:off x="6583680" y="6377941"/>
            <a:ext cx="210312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6377941"/>
            <a:ext cx="2926080" cy="276999"/>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6377941"/>
            <a:ext cx="210312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11/28/25</a:t>
            </a:fld>
            <a:endParaRPr lang="en-US"/>
          </a:p>
        </p:txBody>
      </p:sp>
      <p:sp>
        <p:nvSpPr>
          <p:cNvPr id="4" name="Holder 4"/>
          <p:cNvSpPr>
            <a:spLocks noGrp="1"/>
          </p:cNvSpPr>
          <p:nvPr>
            <p:ph type="sldNum" sz="quarter" idx="7"/>
          </p:nvPr>
        </p:nvSpPr>
        <p:spPr>
          <a:xfrm>
            <a:off x="6583680" y="6377941"/>
            <a:ext cx="210312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50">
            <a:extLst>
              <a:ext uri="{FF2B5EF4-FFF2-40B4-BE49-F238E27FC236}">
                <a16:creationId xmlns:a16="http://schemas.microsoft.com/office/drawing/2014/main" id="{06EBEC17-0FD7-0169-DF30-D0A8319C752E}"/>
              </a:ext>
            </a:extLst>
          </p:cNvPr>
          <p:cNvCxnSpPr>
            <a:cxnSpLocks/>
          </p:cNvCxnSpPr>
          <p:nvPr userDrawn="1"/>
        </p:nvCxnSpPr>
        <p:spPr>
          <a:xfrm>
            <a:off x="0" y="6461098"/>
            <a:ext cx="9144000" cy="0"/>
          </a:xfrm>
          <a:prstGeom prst="line">
            <a:avLst/>
          </a:prstGeom>
          <a:ln w="12700">
            <a:solidFill>
              <a:schemeClr val="bg1">
                <a:lumMod val="65000"/>
              </a:schemeClr>
            </a:solidFill>
            <a:prstDash val="sysDot"/>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50386F0B-AEEF-35EB-A58C-88E6A4850C95}"/>
              </a:ext>
            </a:extLst>
          </p:cNvPr>
          <p:cNvSpPr/>
          <p:nvPr userDrawn="1"/>
        </p:nvSpPr>
        <p:spPr>
          <a:xfrm>
            <a:off x="0" y="697322"/>
            <a:ext cx="4572000" cy="1769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0" name="正方形/長方形 9">
            <a:extLst>
              <a:ext uri="{FF2B5EF4-FFF2-40B4-BE49-F238E27FC236}">
                <a16:creationId xmlns:a16="http://schemas.microsoft.com/office/drawing/2014/main" id="{85F00B3B-4520-E8D4-A851-338999620802}"/>
              </a:ext>
            </a:extLst>
          </p:cNvPr>
          <p:cNvSpPr/>
          <p:nvPr userDrawn="1"/>
        </p:nvSpPr>
        <p:spPr>
          <a:xfrm>
            <a:off x="4572000" y="697322"/>
            <a:ext cx="4572000" cy="176937"/>
          </a:xfrm>
          <a:prstGeom prst="rect">
            <a:avLst/>
          </a:prstGeom>
          <a:solidFill>
            <a:srgbClr val="896C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1" name="Slide Number Placeholder 5">
            <a:extLst>
              <a:ext uri="{FF2B5EF4-FFF2-40B4-BE49-F238E27FC236}">
                <a16:creationId xmlns:a16="http://schemas.microsoft.com/office/drawing/2014/main" id="{3DAF731E-FE2A-5AA9-3A96-D1024D32E082}"/>
              </a:ext>
            </a:extLst>
          </p:cNvPr>
          <p:cNvSpPr>
            <a:spLocks noGrp="1"/>
          </p:cNvSpPr>
          <p:nvPr>
            <p:ph type="sldNum" sz="quarter" idx="4"/>
          </p:nvPr>
        </p:nvSpPr>
        <p:spPr>
          <a:xfrm>
            <a:off x="7086600" y="6529983"/>
            <a:ext cx="2057400" cy="288924"/>
          </a:xfrm>
          <a:prstGeom prst="rect">
            <a:avLst/>
          </a:prstGeom>
        </p:spPr>
        <p:txBody>
          <a:bodyPr anchor="t"/>
          <a:lstStyle>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61" r:id="rId6"/>
    <p:sldLayoutId id="2147483662" r:id="rId7"/>
    <p:sldLayoutId id="2147483663" r:id="rId8"/>
    <p:sldLayoutId id="2147483664" r:id="rId9"/>
    <p:sldLayoutId id="2147483665" r:id="rId10"/>
  </p:sldLayoutIdLst>
  <p:txStyles>
    <p:titleStyle>
      <a:lvl1pPr>
        <a:defRPr b="0" i="0">
          <a:latin typeface="Meiryo" panose="020B0604030504040204" pitchFamily="34" charset="-128"/>
          <a:ea typeface="Meiryo" panose="020B0604030504040204" pitchFamily="34" charset="-128"/>
          <a:cs typeface="+mj-cs"/>
        </a:defRPr>
      </a:lvl1pPr>
    </p:titleStyle>
    <p:bodyStyle>
      <a:lvl1pPr marL="0">
        <a:defRPr b="0" i="0">
          <a:latin typeface="Meiryo" panose="020B0604030504040204" pitchFamily="34" charset="-128"/>
          <a:ea typeface="Meiryo" panose="020B0604030504040204" pitchFamily="34" charset="-128"/>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hyperlink" Target="https://github.com/Hibikino-Musashi-Home/RoboCup-TDP/commits/2026_incheon/?before=7f3a9f7bd4b36ba31926a824ed312bfa68c25192+7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9.svg"/><Relationship Id="rId3" Type="http://schemas.microsoft.com/office/2007/relationships/hdphoto" Target="../media/hdphoto1.wdp"/><Relationship Id="rId7"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21.svg"/><Relationship Id="rId4" Type="http://schemas.openxmlformats.org/officeDocument/2006/relationships/image" Target="../media/image17.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27.jp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12192000" h="5774055">
                <a:moveTo>
                  <a:pt x="0" y="5773724"/>
                </a:moveTo>
                <a:lnTo>
                  <a:pt x="12192000" y="5773724"/>
                </a:lnTo>
                <a:lnTo>
                  <a:pt x="12192000" y="0"/>
                </a:lnTo>
                <a:lnTo>
                  <a:pt x="0" y="0"/>
                </a:lnTo>
                <a:lnTo>
                  <a:pt x="0" y="5773724"/>
                </a:lnTo>
                <a:close/>
              </a:path>
            </a:pathLst>
          </a:custGeom>
          <a:solidFill>
            <a:srgbClr val="1C2731"/>
          </a:solidFill>
        </p:spPr>
        <p:txBody>
          <a:bodyPr wrap="square" lIns="0" tIns="0" rIns="0" bIns="0" rtlCol="0"/>
          <a:lstStyle/>
          <a:p>
            <a:endParaRPr dirty="0"/>
          </a:p>
        </p:txBody>
      </p:sp>
      <p:grpSp>
        <p:nvGrpSpPr>
          <p:cNvPr id="4" name="object 4"/>
          <p:cNvGrpSpPr/>
          <p:nvPr/>
        </p:nvGrpSpPr>
        <p:grpSpPr>
          <a:xfrm>
            <a:off x="297180" y="33"/>
            <a:ext cx="8846820" cy="6858071"/>
            <a:chOff x="396240" y="56"/>
            <a:chExt cx="11795760" cy="6857944"/>
          </a:xfrm>
        </p:grpSpPr>
        <p:sp>
          <p:nvSpPr>
            <p:cNvPr id="5" name="object 5"/>
            <p:cNvSpPr/>
            <p:nvPr/>
          </p:nvSpPr>
          <p:spPr>
            <a:xfrm>
              <a:off x="670775" y="3692905"/>
              <a:ext cx="2484755" cy="262255"/>
            </a:xfrm>
            <a:custGeom>
              <a:avLst/>
              <a:gdLst/>
              <a:ahLst/>
              <a:cxnLst/>
              <a:rect l="l" t="t" r="r" b="b"/>
              <a:pathLst>
                <a:path w="2484755" h="262254">
                  <a:moveTo>
                    <a:pt x="234873" y="181229"/>
                  </a:moveTo>
                  <a:lnTo>
                    <a:pt x="175094" y="137718"/>
                  </a:lnTo>
                  <a:lnTo>
                    <a:pt x="134772" y="86106"/>
                  </a:lnTo>
                  <a:lnTo>
                    <a:pt x="129743" y="78486"/>
                  </a:lnTo>
                  <a:lnTo>
                    <a:pt x="189141" y="78486"/>
                  </a:lnTo>
                  <a:lnTo>
                    <a:pt x="223202" y="78994"/>
                  </a:lnTo>
                  <a:lnTo>
                    <a:pt x="224523" y="78994"/>
                  </a:lnTo>
                  <a:lnTo>
                    <a:pt x="225044" y="78486"/>
                  </a:lnTo>
                  <a:lnTo>
                    <a:pt x="225183" y="78359"/>
                  </a:lnTo>
                  <a:lnTo>
                    <a:pt x="225183" y="64135"/>
                  </a:lnTo>
                  <a:lnTo>
                    <a:pt x="224917" y="63881"/>
                  </a:lnTo>
                  <a:lnTo>
                    <a:pt x="224523" y="63500"/>
                  </a:lnTo>
                  <a:lnTo>
                    <a:pt x="223202" y="63500"/>
                  </a:lnTo>
                  <a:lnTo>
                    <a:pt x="189141" y="63881"/>
                  </a:lnTo>
                  <a:lnTo>
                    <a:pt x="122656" y="63881"/>
                  </a:lnTo>
                  <a:lnTo>
                    <a:pt x="122656" y="30099"/>
                  </a:lnTo>
                  <a:lnTo>
                    <a:pt x="123113" y="22987"/>
                  </a:lnTo>
                  <a:lnTo>
                    <a:pt x="124028" y="19685"/>
                  </a:lnTo>
                  <a:lnTo>
                    <a:pt x="124117" y="19304"/>
                  </a:lnTo>
                  <a:lnTo>
                    <a:pt x="124396" y="18415"/>
                  </a:lnTo>
                  <a:lnTo>
                    <a:pt x="125272" y="15976"/>
                  </a:lnTo>
                  <a:lnTo>
                    <a:pt x="125514" y="14986"/>
                  </a:lnTo>
                  <a:lnTo>
                    <a:pt x="125514" y="13081"/>
                  </a:lnTo>
                  <a:lnTo>
                    <a:pt x="124485" y="12319"/>
                  </a:lnTo>
                  <a:lnTo>
                    <a:pt x="122415" y="11938"/>
                  </a:lnTo>
                  <a:lnTo>
                    <a:pt x="117525" y="11303"/>
                  </a:lnTo>
                  <a:lnTo>
                    <a:pt x="111683" y="10795"/>
                  </a:lnTo>
                  <a:lnTo>
                    <a:pt x="104889" y="10541"/>
                  </a:lnTo>
                  <a:lnTo>
                    <a:pt x="105638" y="15976"/>
                  </a:lnTo>
                  <a:lnTo>
                    <a:pt x="106184" y="22987"/>
                  </a:lnTo>
                  <a:lnTo>
                    <a:pt x="106464" y="30099"/>
                  </a:lnTo>
                  <a:lnTo>
                    <a:pt x="106514" y="31356"/>
                  </a:lnTo>
                  <a:lnTo>
                    <a:pt x="106629" y="63881"/>
                  </a:lnTo>
                  <a:lnTo>
                    <a:pt x="45364" y="63881"/>
                  </a:lnTo>
                  <a:lnTo>
                    <a:pt x="11442" y="63500"/>
                  </a:lnTo>
                  <a:lnTo>
                    <a:pt x="10109" y="63500"/>
                  </a:lnTo>
                  <a:lnTo>
                    <a:pt x="9448" y="64135"/>
                  </a:lnTo>
                  <a:lnTo>
                    <a:pt x="9448" y="78359"/>
                  </a:lnTo>
                  <a:lnTo>
                    <a:pt x="10109" y="78994"/>
                  </a:lnTo>
                  <a:lnTo>
                    <a:pt x="11442" y="78994"/>
                  </a:lnTo>
                  <a:lnTo>
                    <a:pt x="45364" y="78486"/>
                  </a:lnTo>
                  <a:lnTo>
                    <a:pt x="99301" y="78486"/>
                  </a:lnTo>
                  <a:lnTo>
                    <a:pt x="70535" y="122224"/>
                  </a:lnTo>
                  <a:lnTo>
                    <a:pt x="44615" y="150228"/>
                  </a:lnTo>
                  <a:lnTo>
                    <a:pt x="0" y="183388"/>
                  </a:lnTo>
                  <a:lnTo>
                    <a:pt x="3073" y="185801"/>
                  </a:lnTo>
                  <a:lnTo>
                    <a:pt x="5486" y="188722"/>
                  </a:lnTo>
                  <a:lnTo>
                    <a:pt x="5600" y="188849"/>
                  </a:lnTo>
                  <a:lnTo>
                    <a:pt x="7581" y="192405"/>
                  </a:lnTo>
                  <a:lnTo>
                    <a:pt x="8661" y="194818"/>
                  </a:lnTo>
                  <a:lnTo>
                    <a:pt x="9702" y="196088"/>
                  </a:lnTo>
                  <a:lnTo>
                    <a:pt x="11277" y="196088"/>
                  </a:lnTo>
                  <a:lnTo>
                    <a:pt x="43281" y="172389"/>
                  </a:lnTo>
                  <a:lnTo>
                    <a:pt x="89700" y="119672"/>
                  </a:lnTo>
                  <a:lnTo>
                    <a:pt x="107619" y="88646"/>
                  </a:lnTo>
                  <a:lnTo>
                    <a:pt x="107530" y="117309"/>
                  </a:lnTo>
                  <a:lnTo>
                    <a:pt x="107429" y="134289"/>
                  </a:lnTo>
                  <a:lnTo>
                    <a:pt x="107302" y="145529"/>
                  </a:lnTo>
                  <a:lnTo>
                    <a:pt x="107200" y="154927"/>
                  </a:lnTo>
                  <a:lnTo>
                    <a:pt x="106934" y="170789"/>
                  </a:lnTo>
                  <a:lnTo>
                    <a:pt x="106883" y="174117"/>
                  </a:lnTo>
                  <a:lnTo>
                    <a:pt x="91097" y="174117"/>
                  </a:lnTo>
                  <a:lnTo>
                    <a:pt x="59537" y="173736"/>
                  </a:lnTo>
                  <a:lnTo>
                    <a:pt x="58204" y="173736"/>
                  </a:lnTo>
                  <a:lnTo>
                    <a:pt x="57543" y="174371"/>
                  </a:lnTo>
                  <a:lnTo>
                    <a:pt x="57543" y="187960"/>
                  </a:lnTo>
                  <a:lnTo>
                    <a:pt x="58204" y="188722"/>
                  </a:lnTo>
                  <a:lnTo>
                    <a:pt x="59537" y="188722"/>
                  </a:lnTo>
                  <a:lnTo>
                    <a:pt x="91097" y="188214"/>
                  </a:lnTo>
                  <a:lnTo>
                    <a:pt x="106629" y="188214"/>
                  </a:lnTo>
                  <a:lnTo>
                    <a:pt x="106578" y="193548"/>
                  </a:lnTo>
                  <a:lnTo>
                    <a:pt x="106451" y="203949"/>
                  </a:lnTo>
                  <a:lnTo>
                    <a:pt x="106222" y="217614"/>
                  </a:lnTo>
                  <a:lnTo>
                    <a:pt x="106121" y="222631"/>
                  </a:lnTo>
                  <a:lnTo>
                    <a:pt x="106006" y="228346"/>
                  </a:lnTo>
                  <a:lnTo>
                    <a:pt x="105879" y="237617"/>
                  </a:lnTo>
                  <a:lnTo>
                    <a:pt x="106553" y="238252"/>
                  </a:lnTo>
                  <a:lnTo>
                    <a:pt x="122745" y="238252"/>
                  </a:lnTo>
                  <a:lnTo>
                    <a:pt x="123405" y="237617"/>
                  </a:lnTo>
                  <a:lnTo>
                    <a:pt x="123278" y="228346"/>
                  </a:lnTo>
                  <a:lnTo>
                    <a:pt x="123164" y="222631"/>
                  </a:lnTo>
                  <a:lnTo>
                    <a:pt x="122796" y="207340"/>
                  </a:lnTo>
                  <a:lnTo>
                    <a:pt x="122720" y="203949"/>
                  </a:lnTo>
                  <a:lnTo>
                    <a:pt x="122593" y="197523"/>
                  </a:lnTo>
                  <a:lnTo>
                    <a:pt x="122491" y="192405"/>
                  </a:lnTo>
                  <a:lnTo>
                    <a:pt x="122415" y="188214"/>
                  </a:lnTo>
                  <a:lnTo>
                    <a:pt x="140436" y="188214"/>
                  </a:lnTo>
                  <a:lnTo>
                    <a:pt x="172250" y="188722"/>
                  </a:lnTo>
                  <a:lnTo>
                    <a:pt x="173659" y="188722"/>
                  </a:lnTo>
                  <a:lnTo>
                    <a:pt x="174117" y="188214"/>
                  </a:lnTo>
                  <a:lnTo>
                    <a:pt x="174358" y="187960"/>
                  </a:lnTo>
                  <a:lnTo>
                    <a:pt x="174358" y="174371"/>
                  </a:lnTo>
                  <a:lnTo>
                    <a:pt x="174078" y="174117"/>
                  </a:lnTo>
                  <a:lnTo>
                    <a:pt x="173659" y="173736"/>
                  </a:lnTo>
                  <a:lnTo>
                    <a:pt x="172250" y="173736"/>
                  </a:lnTo>
                  <a:lnTo>
                    <a:pt x="140436" y="174117"/>
                  </a:lnTo>
                  <a:lnTo>
                    <a:pt x="122161" y="174117"/>
                  </a:lnTo>
                  <a:lnTo>
                    <a:pt x="122047" y="161455"/>
                  </a:lnTo>
                  <a:lnTo>
                    <a:pt x="121920" y="147599"/>
                  </a:lnTo>
                  <a:lnTo>
                    <a:pt x="121831" y="134289"/>
                  </a:lnTo>
                  <a:lnTo>
                    <a:pt x="121729" y="108102"/>
                  </a:lnTo>
                  <a:lnTo>
                    <a:pt x="121666" y="88646"/>
                  </a:lnTo>
                  <a:lnTo>
                    <a:pt x="121666" y="86106"/>
                  </a:lnTo>
                  <a:lnTo>
                    <a:pt x="140195" y="117309"/>
                  </a:lnTo>
                  <a:lnTo>
                    <a:pt x="162890" y="145529"/>
                  </a:lnTo>
                  <a:lnTo>
                    <a:pt x="189725" y="170789"/>
                  </a:lnTo>
                  <a:lnTo>
                    <a:pt x="220713" y="193040"/>
                  </a:lnTo>
                  <a:lnTo>
                    <a:pt x="222783" y="194183"/>
                  </a:lnTo>
                  <a:lnTo>
                    <a:pt x="224028" y="194818"/>
                  </a:lnTo>
                  <a:lnTo>
                    <a:pt x="224942" y="194818"/>
                  </a:lnTo>
                  <a:lnTo>
                    <a:pt x="225971" y="193548"/>
                  </a:lnTo>
                  <a:lnTo>
                    <a:pt x="227545" y="191008"/>
                  </a:lnTo>
                  <a:lnTo>
                    <a:pt x="229285" y="187706"/>
                  </a:lnTo>
                  <a:lnTo>
                    <a:pt x="231724" y="184531"/>
                  </a:lnTo>
                  <a:lnTo>
                    <a:pt x="234873" y="181229"/>
                  </a:lnTo>
                  <a:close/>
                </a:path>
                <a:path w="2484755" h="262254">
                  <a:moveTo>
                    <a:pt x="480428" y="141732"/>
                  </a:moveTo>
                  <a:lnTo>
                    <a:pt x="479767" y="141097"/>
                  </a:lnTo>
                  <a:lnTo>
                    <a:pt x="478434" y="141097"/>
                  </a:lnTo>
                  <a:lnTo>
                    <a:pt x="463892" y="141312"/>
                  </a:lnTo>
                  <a:lnTo>
                    <a:pt x="463892" y="155194"/>
                  </a:lnTo>
                  <a:lnTo>
                    <a:pt x="463892" y="209550"/>
                  </a:lnTo>
                  <a:lnTo>
                    <a:pt x="361873" y="209550"/>
                  </a:lnTo>
                  <a:lnTo>
                    <a:pt x="361873" y="155194"/>
                  </a:lnTo>
                  <a:lnTo>
                    <a:pt x="463892" y="155194"/>
                  </a:lnTo>
                  <a:lnTo>
                    <a:pt x="463892" y="141312"/>
                  </a:lnTo>
                  <a:lnTo>
                    <a:pt x="435089" y="141732"/>
                  </a:lnTo>
                  <a:lnTo>
                    <a:pt x="366788" y="141732"/>
                  </a:lnTo>
                  <a:lnTo>
                    <a:pt x="388683" y="125082"/>
                  </a:lnTo>
                  <a:lnTo>
                    <a:pt x="406400" y="109093"/>
                  </a:lnTo>
                  <a:lnTo>
                    <a:pt x="409613" y="106197"/>
                  </a:lnTo>
                  <a:lnTo>
                    <a:pt x="429755" y="84937"/>
                  </a:lnTo>
                  <a:lnTo>
                    <a:pt x="449110" y="61341"/>
                  </a:lnTo>
                  <a:lnTo>
                    <a:pt x="452170" y="57404"/>
                  </a:lnTo>
                  <a:lnTo>
                    <a:pt x="454698" y="54737"/>
                  </a:lnTo>
                  <a:lnTo>
                    <a:pt x="456692" y="53594"/>
                  </a:lnTo>
                  <a:lnTo>
                    <a:pt x="458762" y="52578"/>
                  </a:lnTo>
                  <a:lnTo>
                    <a:pt x="459803" y="51308"/>
                  </a:lnTo>
                  <a:lnTo>
                    <a:pt x="459803" y="48260"/>
                  </a:lnTo>
                  <a:lnTo>
                    <a:pt x="458101" y="45847"/>
                  </a:lnTo>
                  <a:lnTo>
                    <a:pt x="454698" y="42672"/>
                  </a:lnTo>
                  <a:lnTo>
                    <a:pt x="451764" y="39878"/>
                  </a:lnTo>
                  <a:lnTo>
                    <a:pt x="449199" y="38354"/>
                  </a:lnTo>
                  <a:lnTo>
                    <a:pt x="446786" y="38354"/>
                  </a:lnTo>
                  <a:lnTo>
                    <a:pt x="445757" y="38608"/>
                  </a:lnTo>
                  <a:lnTo>
                    <a:pt x="444258" y="39116"/>
                  </a:lnTo>
                  <a:lnTo>
                    <a:pt x="442404" y="39878"/>
                  </a:lnTo>
                  <a:lnTo>
                    <a:pt x="371563" y="39878"/>
                  </a:lnTo>
                  <a:lnTo>
                    <a:pt x="374713" y="35941"/>
                  </a:lnTo>
                  <a:lnTo>
                    <a:pt x="377736" y="31877"/>
                  </a:lnTo>
                  <a:lnTo>
                    <a:pt x="380631" y="27686"/>
                  </a:lnTo>
                  <a:lnTo>
                    <a:pt x="383286" y="23749"/>
                  </a:lnTo>
                  <a:lnTo>
                    <a:pt x="385572" y="21209"/>
                  </a:lnTo>
                  <a:lnTo>
                    <a:pt x="389382" y="18669"/>
                  </a:lnTo>
                  <a:lnTo>
                    <a:pt x="390334" y="17653"/>
                  </a:lnTo>
                  <a:lnTo>
                    <a:pt x="390334" y="15621"/>
                  </a:lnTo>
                  <a:lnTo>
                    <a:pt x="372554" y="8509"/>
                  </a:lnTo>
                  <a:lnTo>
                    <a:pt x="371309" y="12700"/>
                  </a:lnTo>
                  <a:lnTo>
                    <a:pt x="368706" y="17653"/>
                  </a:lnTo>
                  <a:lnTo>
                    <a:pt x="328434" y="63588"/>
                  </a:lnTo>
                  <a:lnTo>
                    <a:pt x="281216" y="95885"/>
                  </a:lnTo>
                  <a:lnTo>
                    <a:pt x="284124" y="97663"/>
                  </a:lnTo>
                  <a:lnTo>
                    <a:pt x="286651" y="100076"/>
                  </a:lnTo>
                  <a:lnTo>
                    <a:pt x="288798" y="103251"/>
                  </a:lnTo>
                  <a:lnTo>
                    <a:pt x="290372" y="105791"/>
                  </a:lnTo>
                  <a:lnTo>
                    <a:pt x="291579" y="107061"/>
                  </a:lnTo>
                  <a:lnTo>
                    <a:pt x="292900" y="107061"/>
                  </a:lnTo>
                  <a:lnTo>
                    <a:pt x="294182" y="106426"/>
                  </a:lnTo>
                  <a:lnTo>
                    <a:pt x="331685" y="80721"/>
                  </a:lnTo>
                  <a:lnTo>
                    <a:pt x="360375" y="53594"/>
                  </a:lnTo>
                  <a:lnTo>
                    <a:pt x="435444" y="53594"/>
                  </a:lnTo>
                  <a:lnTo>
                    <a:pt x="422821" y="69507"/>
                  </a:lnTo>
                  <a:lnTo>
                    <a:pt x="410210" y="84061"/>
                  </a:lnTo>
                  <a:lnTo>
                    <a:pt x="397598" y="97269"/>
                  </a:lnTo>
                  <a:lnTo>
                    <a:pt x="384987" y="109093"/>
                  </a:lnTo>
                  <a:lnTo>
                    <a:pt x="376453" y="101638"/>
                  </a:lnTo>
                  <a:lnTo>
                    <a:pt x="367766" y="94703"/>
                  </a:lnTo>
                  <a:lnTo>
                    <a:pt x="358927" y="88252"/>
                  </a:lnTo>
                  <a:lnTo>
                    <a:pt x="349935" y="82296"/>
                  </a:lnTo>
                  <a:lnTo>
                    <a:pt x="348538" y="81661"/>
                  </a:lnTo>
                  <a:lnTo>
                    <a:pt x="347535" y="81661"/>
                  </a:lnTo>
                  <a:lnTo>
                    <a:pt x="346671" y="82296"/>
                  </a:lnTo>
                  <a:lnTo>
                    <a:pt x="345592" y="83439"/>
                  </a:lnTo>
                  <a:lnTo>
                    <a:pt x="340004" y="88392"/>
                  </a:lnTo>
                  <a:lnTo>
                    <a:pt x="338924" y="89535"/>
                  </a:lnTo>
                  <a:lnTo>
                    <a:pt x="338378" y="90424"/>
                  </a:lnTo>
                  <a:lnTo>
                    <a:pt x="338378" y="91059"/>
                  </a:lnTo>
                  <a:lnTo>
                    <a:pt x="338836" y="91567"/>
                  </a:lnTo>
                  <a:lnTo>
                    <a:pt x="339750" y="92329"/>
                  </a:lnTo>
                  <a:lnTo>
                    <a:pt x="348615" y="98386"/>
                  </a:lnTo>
                  <a:lnTo>
                    <a:pt x="357073" y="104889"/>
                  </a:lnTo>
                  <a:lnTo>
                    <a:pt x="365137" y="111861"/>
                  </a:lnTo>
                  <a:lnTo>
                    <a:pt x="372808" y="119253"/>
                  </a:lnTo>
                  <a:lnTo>
                    <a:pt x="351243" y="134747"/>
                  </a:lnTo>
                  <a:lnTo>
                    <a:pt x="327939" y="148628"/>
                  </a:lnTo>
                  <a:lnTo>
                    <a:pt x="302895" y="160947"/>
                  </a:lnTo>
                  <a:lnTo>
                    <a:pt x="276123" y="171704"/>
                  </a:lnTo>
                  <a:lnTo>
                    <a:pt x="279107" y="173863"/>
                  </a:lnTo>
                  <a:lnTo>
                    <a:pt x="281546" y="176784"/>
                  </a:lnTo>
                  <a:lnTo>
                    <a:pt x="283451" y="180340"/>
                  </a:lnTo>
                  <a:lnTo>
                    <a:pt x="285064" y="183134"/>
                  </a:lnTo>
                  <a:lnTo>
                    <a:pt x="286105" y="184277"/>
                  </a:lnTo>
                  <a:lnTo>
                    <a:pt x="287515" y="184277"/>
                  </a:lnTo>
                  <a:lnTo>
                    <a:pt x="333768" y="162179"/>
                  </a:lnTo>
                  <a:lnTo>
                    <a:pt x="346087" y="155194"/>
                  </a:lnTo>
                  <a:lnTo>
                    <a:pt x="346087" y="193548"/>
                  </a:lnTo>
                  <a:lnTo>
                    <a:pt x="345605" y="236347"/>
                  </a:lnTo>
                  <a:lnTo>
                    <a:pt x="345592" y="239141"/>
                  </a:lnTo>
                  <a:lnTo>
                    <a:pt x="346252" y="239649"/>
                  </a:lnTo>
                  <a:lnTo>
                    <a:pt x="361213" y="239649"/>
                  </a:lnTo>
                  <a:lnTo>
                    <a:pt x="361873" y="239141"/>
                  </a:lnTo>
                  <a:lnTo>
                    <a:pt x="361873" y="223393"/>
                  </a:lnTo>
                  <a:lnTo>
                    <a:pt x="463892" y="223393"/>
                  </a:lnTo>
                  <a:lnTo>
                    <a:pt x="463892" y="237871"/>
                  </a:lnTo>
                  <a:lnTo>
                    <a:pt x="464019" y="237871"/>
                  </a:lnTo>
                  <a:lnTo>
                    <a:pt x="464566" y="238379"/>
                  </a:lnTo>
                  <a:lnTo>
                    <a:pt x="479767" y="238379"/>
                  </a:lnTo>
                  <a:lnTo>
                    <a:pt x="480288" y="237871"/>
                  </a:lnTo>
                  <a:lnTo>
                    <a:pt x="480428" y="237871"/>
                  </a:lnTo>
                  <a:lnTo>
                    <a:pt x="480428" y="236347"/>
                  </a:lnTo>
                  <a:lnTo>
                    <a:pt x="480275" y="223393"/>
                  </a:lnTo>
                  <a:lnTo>
                    <a:pt x="480110" y="209550"/>
                  </a:lnTo>
                  <a:lnTo>
                    <a:pt x="479933" y="193548"/>
                  </a:lnTo>
                  <a:lnTo>
                    <a:pt x="479983" y="169164"/>
                  </a:lnTo>
                  <a:lnTo>
                    <a:pt x="480098" y="162179"/>
                  </a:lnTo>
                  <a:lnTo>
                    <a:pt x="480212" y="155194"/>
                  </a:lnTo>
                  <a:lnTo>
                    <a:pt x="480326" y="148628"/>
                  </a:lnTo>
                  <a:lnTo>
                    <a:pt x="480428" y="141732"/>
                  </a:lnTo>
                  <a:close/>
                </a:path>
                <a:path w="2484755" h="262254">
                  <a:moveTo>
                    <a:pt x="591515" y="119761"/>
                  </a:moveTo>
                  <a:lnTo>
                    <a:pt x="590105" y="116078"/>
                  </a:lnTo>
                  <a:lnTo>
                    <a:pt x="587286" y="112903"/>
                  </a:lnTo>
                  <a:lnTo>
                    <a:pt x="583971" y="109220"/>
                  </a:lnTo>
                  <a:lnTo>
                    <a:pt x="579958" y="107442"/>
                  </a:lnTo>
                  <a:lnTo>
                    <a:pt x="570839" y="107442"/>
                  </a:lnTo>
                  <a:lnTo>
                    <a:pt x="567029" y="108839"/>
                  </a:lnTo>
                  <a:lnTo>
                    <a:pt x="560158" y="115062"/>
                  </a:lnTo>
                  <a:lnTo>
                    <a:pt x="558330" y="118999"/>
                  </a:lnTo>
                  <a:lnTo>
                    <a:pt x="558330" y="128270"/>
                  </a:lnTo>
                  <a:lnTo>
                    <a:pt x="559777" y="131953"/>
                  </a:lnTo>
                  <a:lnTo>
                    <a:pt x="562686" y="135128"/>
                  </a:lnTo>
                  <a:lnTo>
                    <a:pt x="565912" y="138811"/>
                  </a:lnTo>
                  <a:lnTo>
                    <a:pt x="570090" y="140589"/>
                  </a:lnTo>
                  <a:lnTo>
                    <a:pt x="579374" y="140589"/>
                  </a:lnTo>
                  <a:lnTo>
                    <a:pt x="582980" y="139192"/>
                  </a:lnTo>
                  <a:lnTo>
                    <a:pt x="589686" y="133096"/>
                  </a:lnTo>
                  <a:lnTo>
                    <a:pt x="591515" y="128905"/>
                  </a:lnTo>
                  <a:lnTo>
                    <a:pt x="591515" y="119761"/>
                  </a:lnTo>
                  <a:close/>
                </a:path>
                <a:path w="2484755" h="262254">
                  <a:moveTo>
                    <a:pt x="676313" y="119761"/>
                  </a:moveTo>
                  <a:lnTo>
                    <a:pt x="674916" y="116078"/>
                  </a:lnTo>
                  <a:lnTo>
                    <a:pt x="671995" y="112903"/>
                  </a:lnTo>
                  <a:lnTo>
                    <a:pt x="668693" y="109220"/>
                  </a:lnTo>
                  <a:lnTo>
                    <a:pt x="664756" y="107442"/>
                  </a:lnTo>
                  <a:lnTo>
                    <a:pt x="655612" y="107442"/>
                  </a:lnTo>
                  <a:lnTo>
                    <a:pt x="651802" y="108839"/>
                  </a:lnTo>
                  <a:lnTo>
                    <a:pt x="648500" y="111760"/>
                  </a:lnTo>
                  <a:lnTo>
                    <a:pt x="644944" y="115062"/>
                  </a:lnTo>
                  <a:lnTo>
                    <a:pt x="643039" y="118999"/>
                  </a:lnTo>
                  <a:lnTo>
                    <a:pt x="643039" y="128270"/>
                  </a:lnTo>
                  <a:lnTo>
                    <a:pt x="644563" y="131953"/>
                  </a:lnTo>
                  <a:lnTo>
                    <a:pt x="647484" y="135128"/>
                  </a:lnTo>
                  <a:lnTo>
                    <a:pt x="650659" y="138811"/>
                  </a:lnTo>
                  <a:lnTo>
                    <a:pt x="654850" y="140589"/>
                  </a:lnTo>
                  <a:lnTo>
                    <a:pt x="664121" y="140589"/>
                  </a:lnTo>
                  <a:lnTo>
                    <a:pt x="667677" y="139192"/>
                  </a:lnTo>
                  <a:lnTo>
                    <a:pt x="670852" y="136398"/>
                  </a:lnTo>
                  <a:lnTo>
                    <a:pt x="674408" y="133096"/>
                  </a:lnTo>
                  <a:lnTo>
                    <a:pt x="676313" y="128905"/>
                  </a:lnTo>
                  <a:lnTo>
                    <a:pt x="676313" y="119761"/>
                  </a:lnTo>
                  <a:close/>
                </a:path>
                <a:path w="2484755" h="262254">
                  <a:moveTo>
                    <a:pt x="761022" y="119761"/>
                  </a:moveTo>
                  <a:lnTo>
                    <a:pt x="759625" y="116078"/>
                  </a:lnTo>
                  <a:lnTo>
                    <a:pt x="756831" y="112903"/>
                  </a:lnTo>
                  <a:lnTo>
                    <a:pt x="753529" y="109220"/>
                  </a:lnTo>
                  <a:lnTo>
                    <a:pt x="749465" y="107442"/>
                  </a:lnTo>
                  <a:lnTo>
                    <a:pt x="740448" y="107442"/>
                  </a:lnTo>
                  <a:lnTo>
                    <a:pt x="736638" y="108839"/>
                  </a:lnTo>
                  <a:lnTo>
                    <a:pt x="733463" y="111760"/>
                  </a:lnTo>
                  <a:lnTo>
                    <a:pt x="729653" y="115062"/>
                  </a:lnTo>
                  <a:lnTo>
                    <a:pt x="727875" y="119126"/>
                  </a:lnTo>
                  <a:lnTo>
                    <a:pt x="727875" y="128270"/>
                  </a:lnTo>
                  <a:lnTo>
                    <a:pt x="729272" y="131953"/>
                  </a:lnTo>
                  <a:lnTo>
                    <a:pt x="732193" y="135128"/>
                  </a:lnTo>
                  <a:lnTo>
                    <a:pt x="735622" y="138811"/>
                  </a:lnTo>
                  <a:lnTo>
                    <a:pt x="739813" y="140589"/>
                  </a:lnTo>
                  <a:lnTo>
                    <a:pt x="748830" y="140589"/>
                  </a:lnTo>
                  <a:lnTo>
                    <a:pt x="752513" y="139192"/>
                  </a:lnTo>
                  <a:lnTo>
                    <a:pt x="755561" y="136398"/>
                  </a:lnTo>
                  <a:lnTo>
                    <a:pt x="759244" y="133096"/>
                  </a:lnTo>
                  <a:lnTo>
                    <a:pt x="761022" y="128905"/>
                  </a:lnTo>
                  <a:lnTo>
                    <a:pt x="761022" y="119761"/>
                  </a:lnTo>
                  <a:close/>
                </a:path>
                <a:path w="2484755" h="262254">
                  <a:moveTo>
                    <a:pt x="892594" y="6096"/>
                  </a:moveTo>
                  <a:lnTo>
                    <a:pt x="854036" y="39497"/>
                  </a:lnTo>
                  <a:lnTo>
                    <a:pt x="835787" y="86487"/>
                  </a:lnTo>
                  <a:lnTo>
                    <a:pt x="832142" y="123825"/>
                  </a:lnTo>
                  <a:lnTo>
                    <a:pt x="832827" y="140690"/>
                  </a:lnTo>
                  <a:lnTo>
                    <a:pt x="843445" y="186563"/>
                  </a:lnTo>
                  <a:lnTo>
                    <a:pt x="871626" y="232892"/>
                  </a:lnTo>
                  <a:lnTo>
                    <a:pt x="885228" y="247777"/>
                  </a:lnTo>
                  <a:lnTo>
                    <a:pt x="892594" y="241681"/>
                  </a:lnTo>
                  <a:lnTo>
                    <a:pt x="882281" y="228396"/>
                  </a:lnTo>
                  <a:lnTo>
                    <a:pt x="873455" y="215226"/>
                  </a:lnTo>
                  <a:lnTo>
                    <a:pt x="855332" y="174371"/>
                  </a:lnTo>
                  <a:lnTo>
                    <a:pt x="848906" y="123825"/>
                  </a:lnTo>
                  <a:lnTo>
                    <a:pt x="849426" y="108153"/>
                  </a:lnTo>
                  <a:lnTo>
                    <a:pt x="857415" y="66040"/>
                  </a:lnTo>
                  <a:lnTo>
                    <a:pt x="880960" y="21196"/>
                  </a:lnTo>
                  <a:lnTo>
                    <a:pt x="892594" y="6096"/>
                  </a:lnTo>
                  <a:close/>
                </a:path>
                <a:path w="2484755" h="262254">
                  <a:moveTo>
                    <a:pt x="1041311" y="120269"/>
                  </a:moveTo>
                  <a:lnTo>
                    <a:pt x="1020711" y="85826"/>
                  </a:lnTo>
                  <a:lnTo>
                    <a:pt x="1005116" y="83058"/>
                  </a:lnTo>
                  <a:lnTo>
                    <a:pt x="992974" y="84734"/>
                  </a:lnTo>
                  <a:lnTo>
                    <a:pt x="981329" y="89712"/>
                  </a:lnTo>
                  <a:lnTo>
                    <a:pt x="970216" y="98018"/>
                  </a:lnTo>
                  <a:lnTo>
                    <a:pt x="959650" y="109601"/>
                  </a:lnTo>
                  <a:lnTo>
                    <a:pt x="959650" y="85979"/>
                  </a:lnTo>
                  <a:lnTo>
                    <a:pt x="939711" y="85979"/>
                  </a:lnTo>
                  <a:lnTo>
                    <a:pt x="939711" y="215900"/>
                  </a:lnTo>
                  <a:lnTo>
                    <a:pt x="960412" y="215900"/>
                  </a:lnTo>
                  <a:lnTo>
                    <a:pt x="960412" y="127000"/>
                  </a:lnTo>
                  <a:lnTo>
                    <a:pt x="969568" y="115671"/>
                  </a:lnTo>
                  <a:lnTo>
                    <a:pt x="976591" y="109601"/>
                  </a:lnTo>
                  <a:lnTo>
                    <a:pt x="978954" y="107569"/>
                  </a:lnTo>
                  <a:lnTo>
                    <a:pt x="988428" y="102768"/>
                  </a:lnTo>
                  <a:lnTo>
                    <a:pt x="988237" y="102768"/>
                  </a:lnTo>
                  <a:lnTo>
                    <a:pt x="998258" y="101092"/>
                  </a:lnTo>
                  <a:lnTo>
                    <a:pt x="1007846" y="102768"/>
                  </a:lnTo>
                  <a:lnTo>
                    <a:pt x="1014717" y="107746"/>
                  </a:lnTo>
                  <a:lnTo>
                    <a:pt x="1018844" y="116052"/>
                  </a:lnTo>
                  <a:lnTo>
                    <a:pt x="1020152" y="127000"/>
                  </a:lnTo>
                  <a:lnTo>
                    <a:pt x="1020229" y="215900"/>
                  </a:lnTo>
                  <a:lnTo>
                    <a:pt x="1041311" y="215900"/>
                  </a:lnTo>
                  <a:lnTo>
                    <a:pt x="1041311" y="120269"/>
                  </a:lnTo>
                  <a:close/>
                </a:path>
                <a:path w="2484755" h="262254">
                  <a:moveTo>
                    <a:pt x="1202220" y="215900"/>
                  </a:moveTo>
                  <a:lnTo>
                    <a:pt x="1201115" y="205994"/>
                  </a:lnTo>
                  <a:lnTo>
                    <a:pt x="1200492" y="197866"/>
                  </a:lnTo>
                  <a:lnTo>
                    <a:pt x="1200429" y="197065"/>
                  </a:lnTo>
                  <a:lnTo>
                    <a:pt x="1200315" y="195326"/>
                  </a:lnTo>
                  <a:lnTo>
                    <a:pt x="1199832" y="184937"/>
                  </a:lnTo>
                  <a:lnTo>
                    <a:pt x="1199730" y="177800"/>
                  </a:lnTo>
                  <a:lnTo>
                    <a:pt x="1199680" y="148590"/>
                  </a:lnTo>
                  <a:lnTo>
                    <a:pt x="1199680" y="126111"/>
                  </a:lnTo>
                  <a:lnTo>
                    <a:pt x="1196721" y="107188"/>
                  </a:lnTo>
                  <a:lnTo>
                    <a:pt x="1191006" y="98425"/>
                  </a:lnTo>
                  <a:lnTo>
                    <a:pt x="1187881" y="93649"/>
                  </a:lnTo>
                  <a:lnTo>
                    <a:pt x="1173149" y="85521"/>
                  </a:lnTo>
                  <a:lnTo>
                    <a:pt x="1152563" y="82804"/>
                  </a:lnTo>
                  <a:lnTo>
                    <a:pt x="1133957" y="84950"/>
                  </a:lnTo>
                  <a:lnTo>
                    <a:pt x="1119136" y="91363"/>
                  </a:lnTo>
                  <a:lnTo>
                    <a:pt x="1108100" y="102044"/>
                  </a:lnTo>
                  <a:lnTo>
                    <a:pt x="1100874" y="116967"/>
                  </a:lnTo>
                  <a:lnTo>
                    <a:pt x="1120559" y="123063"/>
                  </a:lnTo>
                  <a:lnTo>
                    <a:pt x="1124953" y="112255"/>
                  </a:lnTo>
                  <a:lnTo>
                    <a:pt x="1131684" y="104559"/>
                  </a:lnTo>
                  <a:lnTo>
                    <a:pt x="1140714" y="99961"/>
                  </a:lnTo>
                  <a:lnTo>
                    <a:pt x="1152055" y="98425"/>
                  </a:lnTo>
                  <a:lnTo>
                    <a:pt x="1161326" y="98425"/>
                  </a:lnTo>
                  <a:lnTo>
                    <a:pt x="1167930" y="100330"/>
                  </a:lnTo>
                  <a:lnTo>
                    <a:pt x="1172248" y="104267"/>
                  </a:lnTo>
                  <a:lnTo>
                    <a:pt x="1177074" y="108585"/>
                  </a:lnTo>
                  <a:lnTo>
                    <a:pt x="1179487" y="116332"/>
                  </a:lnTo>
                  <a:lnTo>
                    <a:pt x="1179487" y="134239"/>
                  </a:lnTo>
                  <a:lnTo>
                    <a:pt x="1179487" y="148590"/>
                  </a:lnTo>
                  <a:lnTo>
                    <a:pt x="1179487" y="177800"/>
                  </a:lnTo>
                  <a:lnTo>
                    <a:pt x="1171295" y="189052"/>
                  </a:lnTo>
                  <a:lnTo>
                    <a:pt x="1162164" y="197065"/>
                  </a:lnTo>
                  <a:lnTo>
                    <a:pt x="1152105" y="201866"/>
                  </a:lnTo>
                  <a:lnTo>
                    <a:pt x="1141133" y="203454"/>
                  </a:lnTo>
                  <a:lnTo>
                    <a:pt x="1133767" y="203454"/>
                  </a:lnTo>
                  <a:lnTo>
                    <a:pt x="1127925" y="201676"/>
                  </a:lnTo>
                  <a:lnTo>
                    <a:pt x="1123480" y="197866"/>
                  </a:lnTo>
                  <a:lnTo>
                    <a:pt x="1118654" y="193802"/>
                  </a:lnTo>
                  <a:lnTo>
                    <a:pt x="1116114" y="187833"/>
                  </a:lnTo>
                  <a:lnTo>
                    <a:pt x="1116114" y="180086"/>
                  </a:lnTo>
                  <a:lnTo>
                    <a:pt x="1143419" y="152527"/>
                  </a:lnTo>
                  <a:lnTo>
                    <a:pt x="1179487" y="148590"/>
                  </a:lnTo>
                  <a:lnTo>
                    <a:pt x="1179487" y="134239"/>
                  </a:lnTo>
                  <a:lnTo>
                    <a:pt x="1138847" y="138430"/>
                  </a:lnTo>
                  <a:lnTo>
                    <a:pt x="1098715" y="165277"/>
                  </a:lnTo>
                  <a:lnTo>
                    <a:pt x="1096048" y="181102"/>
                  </a:lnTo>
                  <a:lnTo>
                    <a:pt x="1096543" y="187833"/>
                  </a:lnTo>
                  <a:lnTo>
                    <a:pt x="1126617" y="218338"/>
                  </a:lnTo>
                  <a:lnTo>
                    <a:pt x="1136053" y="219075"/>
                  </a:lnTo>
                  <a:lnTo>
                    <a:pt x="1149451" y="217589"/>
                  </a:lnTo>
                  <a:lnTo>
                    <a:pt x="1161326" y="213106"/>
                  </a:lnTo>
                  <a:lnTo>
                    <a:pt x="1171663" y="205689"/>
                  </a:lnTo>
                  <a:lnTo>
                    <a:pt x="1173556" y="203454"/>
                  </a:lnTo>
                  <a:lnTo>
                    <a:pt x="1180503" y="195326"/>
                  </a:lnTo>
                  <a:lnTo>
                    <a:pt x="1181227" y="203454"/>
                  </a:lnTo>
                  <a:lnTo>
                    <a:pt x="1181265" y="203835"/>
                  </a:lnTo>
                  <a:lnTo>
                    <a:pt x="1182281" y="210693"/>
                  </a:lnTo>
                  <a:lnTo>
                    <a:pt x="1183424" y="215900"/>
                  </a:lnTo>
                  <a:lnTo>
                    <a:pt x="1202220" y="215900"/>
                  </a:lnTo>
                  <a:close/>
                </a:path>
                <a:path w="2484755" h="262254">
                  <a:moveTo>
                    <a:pt x="1323759" y="201676"/>
                  </a:moveTo>
                  <a:lnTo>
                    <a:pt x="1319060" y="202692"/>
                  </a:lnTo>
                  <a:lnTo>
                    <a:pt x="1313726" y="203200"/>
                  </a:lnTo>
                  <a:lnTo>
                    <a:pt x="1307503" y="203200"/>
                  </a:lnTo>
                  <a:lnTo>
                    <a:pt x="1299591" y="201891"/>
                  </a:lnTo>
                  <a:lnTo>
                    <a:pt x="1293952" y="197954"/>
                  </a:lnTo>
                  <a:lnTo>
                    <a:pt x="1290586" y="191363"/>
                  </a:lnTo>
                  <a:lnTo>
                    <a:pt x="1289469" y="182118"/>
                  </a:lnTo>
                  <a:lnTo>
                    <a:pt x="1289469" y="101981"/>
                  </a:lnTo>
                  <a:lnTo>
                    <a:pt x="1320457" y="101981"/>
                  </a:lnTo>
                  <a:lnTo>
                    <a:pt x="1320457" y="85979"/>
                  </a:lnTo>
                  <a:lnTo>
                    <a:pt x="1289469" y="85979"/>
                  </a:lnTo>
                  <a:lnTo>
                    <a:pt x="1289469" y="40894"/>
                  </a:lnTo>
                  <a:lnTo>
                    <a:pt x="1269022" y="45466"/>
                  </a:lnTo>
                  <a:lnTo>
                    <a:pt x="1269022" y="85979"/>
                  </a:lnTo>
                  <a:lnTo>
                    <a:pt x="1247940" y="85979"/>
                  </a:lnTo>
                  <a:lnTo>
                    <a:pt x="1247940" y="101981"/>
                  </a:lnTo>
                  <a:lnTo>
                    <a:pt x="1269022" y="101981"/>
                  </a:lnTo>
                  <a:lnTo>
                    <a:pt x="1269022" y="185801"/>
                  </a:lnTo>
                  <a:lnTo>
                    <a:pt x="1271117" y="200380"/>
                  </a:lnTo>
                  <a:lnTo>
                    <a:pt x="1277416" y="210781"/>
                  </a:lnTo>
                  <a:lnTo>
                    <a:pt x="1287932" y="217004"/>
                  </a:lnTo>
                  <a:lnTo>
                    <a:pt x="1302677" y="219075"/>
                  </a:lnTo>
                  <a:lnTo>
                    <a:pt x="1310170" y="219075"/>
                  </a:lnTo>
                  <a:lnTo>
                    <a:pt x="1316901" y="218567"/>
                  </a:lnTo>
                  <a:lnTo>
                    <a:pt x="1322743" y="217678"/>
                  </a:lnTo>
                  <a:lnTo>
                    <a:pt x="1323657" y="203200"/>
                  </a:lnTo>
                  <a:lnTo>
                    <a:pt x="1323759" y="201676"/>
                  </a:lnTo>
                  <a:close/>
                </a:path>
                <a:path w="2484755" h="262254">
                  <a:moveTo>
                    <a:pt x="1462951" y="85979"/>
                  </a:moveTo>
                  <a:lnTo>
                    <a:pt x="1441869" y="85979"/>
                  </a:lnTo>
                  <a:lnTo>
                    <a:pt x="1419390" y="159258"/>
                  </a:lnTo>
                  <a:lnTo>
                    <a:pt x="1410246" y="191516"/>
                  </a:lnTo>
                  <a:lnTo>
                    <a:pt x="1407706" y="191516"/>
                  </a:lnTo>
                  <a:lnTo>
                    <a:pt x="1375829" y="85979"/>
                  </a:lnTo>
                  <a:lnTo>
                    <a:pt x="1353731" y="85979"/>
                  </a:lnTo>
                  <a:lnTo>
                    <a:pt x="1398689" y="213487"/>
                  </a:lnTo>
                  <a:lnTo>
                    <a:pt x="1396784" y="219583"/>
                  </a:lnTo>
                  <a:lnTo>
                    <a:pt x="1391704" y="230924"/>
                  </a:lnTo>
                  <a:lnTo>
                    <a:pt x="1385100" y="239026"/>
                  </a:lnTo>
                  <a:lnTo>
                    <a:pt x="1376794" y="243967"/>
                  </a:lnTo>
                  <a:lnTo>
                    <a:pt x="1376387" y="243967"/>
                  </a:lnTo>
                  <a:lnTo>
                    <a:pt x="1367320" y="245491"/>
                  </a:lnTo>
                  <a:lnTo>
                    <a:pt x="1363383" y="245491"/>
                  </a:lnTo>
                  <a:lnTo>
                    <a:pt x="1358938" y="244983"/>
                  </a:lnTo>
                  <a:lnTo>
                    <a:pt x="1353731" y="243967"/>
                  </a:lnTo>
                  <a:lnTo>
                    <a:pt x="1354924" y="260083"/>
                  </a:lnTo>
                  <a:lnTo>
                    <a:pt x="1355001" y="260985"/>
                  </a:lnTo>
                  <a:lnTo>
                    <a:pt x="1359065" y="261747"/>
                  </a:lnTo>
                  <a:lnTo>
                    <a:pt x="1363256" y="262001"/>
                  </a:lnTo>
                  <a:lnTo>
                    <a:pt x="1367574" y="262001"/>
                  </a:lnTo>
                  <a:lnTo>
                    <a:pt x="1403426" y="245491"/>
                  </a:lnTo>
                  <a:lnTo>
                    <a:pt x="1406448" y="241579"/>
                  </a:lnTo>
                  <a:lnTo>
                    <a:pt x="1411338" y="232702"/>
                  </a:lnTo>
                  <a:lnTo>
                    <a:pt x="1415580" y="222123"/>
                  </a:lnTo>
                  <a:lnTo>
                    <a:pt x="1426222" y="191516"/>
                  </a:lnTo>
                  <a:lnTo>
                    <a:pt x="1462951" y="85979"/>
                  </a:lnTo>
                  <a:close/>
                </a:path>
                <a:path w="2484755" h="262254">
                  <a:moveTo>
                    <a:pt x="1613446" y="150749"/>
                  </a:moveTo>
                  <a:lnTo>
                    <a:pt x="1612760" y="140004"/>
                  </a:lnTo>
                  <a:lnTo>
                    <a:pt x="1612658" y="138557"/>
                  </a:lnTo>
                  <a:lnTo>
                    <a:pt x="1612557" y="136969"/>
                  </a:lnTo>
                  <a:lnTo>
                    <a:pt x="1595450" y="99187"/>
                  </a:lnTo>
                  <a:lnTo>
                    <a:pt x="1592211" y="95732"/>
                  </a:lnTo>
                  <a:lnTo>
                    <a:pt x="1592211" y="150749"/>
                  </a:lnTo>
                  <a:lnTo>
                    <a:pt x="1592211" y="151511"/>
                  </a:lnTo>
                  <a:lnTo>
                    <a:pt x="1579003" y="194741"/>
                  </a:lnTo>
                  <a:lnTo>
                    <a:pt x="1557439" y="203200"/>
                  </a:lnTo>
                  <a:lnTo>
                    <a:pt x="1550200" y="202463"/>
                  </a:lnTo>
                  <a:lnTo>
                    <a:pt x="1523428" y="163601"/>
                  </a:lnTo>
                  <a:lnTo>
                    <a:pt x="1522768" y="150749"/>
                  </a:lnTo>
                  <a:lnTo>
                    <a:pt x="1523263" y="140004"/>
                  </a:lnTo>
                  <a:lnTo>
                    <a:pt x="1542199" y="102933"/>
                  </a:lnTo>
                  <a:lnTo>
                    <a:pt x="1556613" y="99187"/>
                  </a:lnTo>
                  <a:lnTo>
                    <a:pt x="1558925" y="99187"/>
                  </a:lnTo>
                  <a:lnTo>
                    <a:pt x="1589646" y="127698"/>
                  </a:lnTo>
                  <a:lnTo>
                    <a:pt x="1592211" y="150749"/>
                  </a:lnTo>
                  <a:lnTo>
                    <a:pt x="1592211" y="95732"/>
                  </a:lnTo>
                  <a:lnTo>
                    <a:pt x="1591195" y="94640"/>
                  </a:lnTo>
                  <a:lnTo>
                    <a:pt x="1581404" y="88201"/>
                  </a:lnTo>
                  <a:lnTo>
                    <a:pt x="1570240" y="84353"/>
                  </a:lnTo>
                  <a:lnTo>
                    <a:pt x="1557693" y="83058"/>
                  </a:lnTo>
                  <a:lnTo>
                    <a:pt x="1546567" y="84086"/>
                  </a:lnTo>
                  <a:lnTo>
                    <a:pt x="1511592" y="109601"/>
                  </a:lnTo>
                  <a:lnTo>
                    <a:pt x="1501736" y="150749"/>
                  </a:lnTo>
                  <a:lnTo>
                    <a:pt x="1501686" y="151511"/>
                  </a:lnTo>
                  <a:lnTo>
                    <a:pt x="1502321" y="162179"/>
                  </a:lnTo>
                  <a:lnTo>
                    <a:pt x="1502410" y="163601"/>
                  </a:lnTo>
                  <a:lnTo>
                    <a:pt x="1502511" y="165328"/>
                  </a:lnTo>
                  <a:lnTo>
                    <a:pt x="1523619" y="207657"/>
                  </a:lnTo>
                  <a:lnTo>
                    <a:pt x="1557439" y="219329"/>
                  </a:lnTo>
                  <a:lnTo>
                    <a:pt x="1568551" y="218313"/>
                  </a:lnTo>
                  <a:lnTo>
                    <a:pt x="1578660" y="215252"/>
                  </a:lnTo>
                  <a:lnTo>
                    <a:pt x="1587741" y="210172"/>
                  </a:lnTo>
                  <a:lnTo>
                    <a:pt x="1595640" y="203200"/>
                  </a:lnTo>
                  <a:lnTo>
                    <a:pt x="1612328" y="166598"/>
                  </a:lnTo>
                  <a:lnTo>
                    <a:pt x="1613382" y="151511"/>
                  </a:lnTo>
                  <a:lnTo>
                    <a:pt x="1613446" y="150749"/>
                  </a:lnTo>
                  <a:close/>
                </a:path>
                <a:path w="2484755" h="262254">
                  <a:moveTo>
                    <a:pt x="1759369" y="170307"/>
                  </a:moveTo>
                  <a:lnTo>
                    <a:pt x="1729625" y="144957"/>
                  </a:lnTo>
                  <a:lnTo>
                    <a:pt x="1698409" y="137033"/>
                  </a:lnTo>
                  <a:lnTo>
                    <a:pt x="1691551" y="134366"/>
                  </a:lnTo>
                  <a:lnTo>
                    <a:pt x="1683550" y="128270"/>
                  </a:lnTo>
                  <a:lnTo>
                    <a:pt x="1681518" y="123444"/>
                  </a:lnTo>
                  <a:lnTo>
                    <a:pt x="1681518" y="111506"/>
                  </a:lnTo>
                  <a:lnTo>
                    <a:pt x="1683550" y="107315"/>
                  </a:lnTo>
                  <a:lnTo>
                    <a:pt x="1687614" y="104013"/>
                  </a:lnTo>
                  <a:lnTo>
                    <a:pt x="1692313" y="100076"/>
                  </a:lnTo>
                  <a:lnTo>
                    <a:pt x="1699171" y="98171"/>
                  </a:lnTo>
                  <a:lnTo>
                    <a:pt x="1708061" y="98171"/>
                  </a:lnTo>
                  <a:lnTo>
                    <a:pt x="1717890" y="99568"/>
                  </a:lnTo>
                  <a:lnTo>
                    <a:pt x="1725866" y="103733"/>
                  </a:lnTo>
                  <a:lnTo>
                    <a:pt x="1731987" y="110718"/>
                  </a:lnTo>
                  <a:lnTo>
                    <a:pt x="1736255" y="120523"/>
                  </a:lnTo>
                  <a:lnTo>
                    <a:pt x="1756067" y="114173"/>
                  </a:lnTo>
                  <a:lnTo>
                    <a:pt x="1724926" y="84759"/>
                  </a:lnTo>
                  <a:lnTo>
                    <a:pt x="1708315" y="82804"/>
                  </a:lnTo>
                  <a:lnTo>
                    <a:pt x="1698447" y="83375"/>
                  </a:lnTo>
                  <a:lnTo>
                    <a:pt x="1665439" y="103276"/>
                  </a:lnTo>
                  <a:lnTo>
                    <a:pt x="1662214" y="118237"/>
                  </a:lnTo>
                  <a:lnTo>
                    <a:pt x="1662214" y="127762"/>
                  </a:lnTo>
                  <a:lnTo>
                    <a:pt x="1700314" y="155956"/>
                  </a:lnTo>
                  <a:lnTo>
                    <a:pt x="1710728" y="158115"/>
                  </a:lnTo>
                  <a:lnTo>
                    <a:pt x="1721904" y="161036"/>
                  </a:lnTo>
                  <a:lnTo>
                    <a:pt x="1729270" y="163957"/>
                  </a:lnTo>
                  <a:lnTo>
                    <a:pt x="1737144" y="169926"/>
                  </a:lnTo>
                  <a:lnTo>
                    <a:pt x="1739176" y="175133"/>
                  </a:lnTo>
                  <a:lnTo>
                    <a:pt x="1739176" y="188214"/>
                  </a:lnTo>
                  <a:lnTo>
                    <a:pt x="1737271" y="192913"/>
                  </a:lnTo>
                  <a:lnTo>
                    <a:pt x="1733334" y="196596"/>
                  </a:lnTo>
                  <a:lnTo>
                    <a:pt x="1728254" y="201295"/>
                  </a:lnTo>
                  <a:lnTo>
                    <a:pt x="1720380" y="203708"/>
                  </a:lnTo>
                  <a:lnTo>
                    <a:pt x="1709712" y="203708"/>
                  </a:lnTo>
                  <a:lnTo>
                    <a:pt x="1698561" y="202260"/>
                  </a:lnTo>
                  <a:lnTo>
                    <a:pt x="1689519" y="197866"/>
                  </a:lnTo>
                  <a:lnTo>
                    <a:pt x="1682559" y="190538"/>
                  </a:lnTo>
                  <a:lnTo>
                    <a:pt x="1677758" y="180340"/>
                  </a:lnTo>
                  <a:lnTo>
                    <a:pt x="1677352" y="180340"/>
                  </a:lnTo>
                  <a:lnTo>
                    <a:pt x="1657515" y="187452"/>
                  </a:lnTo>
                  <a:lnTo>
                    <a:pt x="1665160" y="201295"/>
                  </a:lnTo>
                  <a:lnTo>
                    <a:pt x="1676311" y="211175"/>
                  </a:lnTo>
                  <a:lnTo>
                    <a:pt x="1690979" y="217106"/>
                  </a:lnTo>
                  <a:lnTo>
                    <a:pt x="1709204" y="219075"/>
                  </a:lnTo>
                  <a:lnTo>
                    <a:pt x="1720011" y="218465"/>
                  </a:lnTo>
                  <a:lnTo>
                    <a:pt x="1755838" y="196811"/>
                  </a:lnTo>
                  <a:lnTo>
                    <a:pt x="1759369" y="180340"/>
                  </a:lnTo>
                  <a:lnTo>
                    <a:pt x="1759369" y="170307"/>
                  </a:lnTo>
                  <a:close/>
                </a:path>
                <a:path w="2484755" h="262254">
                  <a:moveTo>
                    <a:pt x="1913801" y="85979"/>
                  </a:moveTo>
                  <a:lnTo>
                    <a:pt x="1893227" y="85979"/>
                  </a:lnTo>
                  <a:lnTo>
                    <a:pt x="1893227" y="174625"/>
                  </a:lnTo>
                  <a:lnTo>
                    <a:pt x="1888921" y="182118"/>
                  </a:lnTo>
                  <a:lnTo>
                    <a:pt x="1883829" y="187960"/>
                  </a:lnTo>
                  <a:lnTo>
                    <a:pt x="1871764" y="197002"/>
                  </a:lnTo>
                  <a:lnTo>
                    <a:pt x="1869935" y="198323"/>
                  </a:lnTo>
                  <a:lnTo>
                    <a:pt x="1862874" y="201041"/>
                  </a:lnTo>
                  <a:lnTo>
                    <a:pt x="1855762" y="201041"/>
                  </a:lnTo>
                  <a:lnTo>
                    <a:pt x="1845995" y="199478"/>
                  </a:lnTo>
                  <a:lnTo>
                    <a:pt x="1839010" y="194741"/>
                  </a:lnTo>
                  <a:lnTo>
                    <a:pt x="1834807" y="186855"/>
                  </a:lnTo>
                  <a:lnTo>
                    <a:pt x="1833410" y="175768"/>
                  </a:lnTo>
                  <a:lnTo>
                    <a:pt x="1833410" y="85979"/>
                  </a:lnTo>
                  <a:lnTo>
                    <a:pt x="1812328" y="85979"/>
                  </a:lnTo>
                  <a:lnTo>
                    <a:pt x="1812328" y="182118"/>
                  </a:lnTo>
                  <a:lnTo>
                    <a:pt x="1812899" y="189979"/>
                  </a:lnTo>
                  <a:lnTo>
                    <a:pt x="1840522" y="218414"/>
                  </a:lnTo>
                  <a:lnTo>
                    <a:pt x="1848650" y="219075"/>
                  </a:lnTo>
                  <a:lnTo>
                    <a:pt x="1856905" y="219075"/>
                  </a:lnTo>
                  <a:lnTo>
                    <a:pt x="1886889" y="201041"/>
                  </a:lnTo>
                  <a:lnTo>
                    <a:pt x="1889379" y="198323"/>
                  </a:lnTo>
                  <a:lnTo>
                    <a:pt x="1893862" y="192024"/>
                  </a:lnTo>
                  <a:lnTo>
                    <a:pt x="1893862" y="215900"/>
                  </a:lnTo>
                  <a:lnTo>
                    <a:pt x="1913801" y="215900"/>
                  </a:lnTo>
                  <a:lnTo>
                    <a:pt x="1913801" y="192024"/>
                  </a:lnTo>
                  <a:lnTo>
                    <a:pt x="1913801" y="85979"/>
                  </a:lnTo>
                  <a:close/>
                </a:path>
                <a:path w="2484755" h="262254">
                  <a:moveTo>
                    <a:pt x="2001050" y="188214"/>
                  </a:moveTo>
                  <a:lnTo>
                    <a:pt x="1973364" y="188214"/>
                  </a:lnTo>
                  <a:lnTo>
                    <a:pt x="1973364" y="215900"/>
                  </a:lnTo>
                  <a:lnTo>
                    <a:pt x="2001050" y="215900"/>
                  </a:lnTo>
                  <a:lnTo>
                    <a:pt x="2001050" y="188214"/>
                  </a:lnTo>
                  <a:close/>
                </a:path>
                <a:path w="2484755" h="262254">
                  <a:moveTo>
                    <a:pt x="2140623" y="200660"/>
                  </a:moveTo>
                  <a:lnTo>
                    <a:pt x="2068360" y="200660"/>
                  </a:lnTo>
                  <a:lnTo>
                    <a:pt x="2138972" y="99441"/>
                  </a:lnTo>
                  <a:lnTo>
                    <a:pt x="2138972" y="85979"/>
                  </a:lnTo>
                  <a:lnTo>
                    <a:pt x="2049310" y="85979"/>
                  </a:lnTo>
                  <a:lnTo>
                    <a:pt x="2049310" y="101473"/>
                  </a:lnTo>
                  <a:lnTo>
                    <a:pt x="2115477" y="101473"/>
                  </a:lnTo>
                  <a:lnTo>
                    <a:pt x="2045246" y="202184"/>
                  </a:lnTo>
                  <a:lnTo>
                    <a:pt x="2045246" y="215900"/>
                  </a:lnTo>
                  <a:lnTo>
                    <a:pt x="2140623" y="215900"/>
                  </a:lnTo>
                  <a:lnTo>
                    <a:pt x="2140623" y="200660"/>
                  </a:lnTo>
                  <a:close/>
                </a:path>
                <a:path w="2484755" h="262254">
                  <a:moveTo>
                    <a:pt x="2211870" y="85979"/>
                  </a:moveTo>
                  <a:lnTo>
                    <a:pt x="2190915" y="85979"/>
                  </a:lnTo>
                  <a:lnTo>
                    <a:pt x="2190915" y="215900"/>
                  </a:lnTo>
                  <a:lnTo>
                    <a:pt x="2211870" y="215900"/>
                  </a:lnTo>
                  <a:lnTo>
                    <a:pt x="2211870" y="85979"/>
                  </a:lnTo>
                  <a:close/>
                </a:path>
                <a:path w="2484755" h="262254">
                  <a:moveTo>
                    <a:pt x="2214156" y="35687"/>
                  </a:moveTo>
                  <a:lnTo>
                    <a:pt x="2188756" y="35687"/>
                  </a:lnTo>
                  <a:lnTo>
                    <a:pt x="2188756" y="60960"/>
                  </a:lnTo>
                  <a:lnTo>
                    <a:pt x="2214156" y="60960"/>
                  </a:lnTo>
                  <a:lnTo>
                    <a:pt x="2214156" y="35687"/>
                  </a:lnTo>
                  <a:close/>
                </a:path>
                <a:path w="2484755" h="262254">
                  <a:moveTo>
                    <a:pt x="2383320" y="150622"/>
                  </a:moveTo>
                  <a:lnTo>
                    <a:pt x="2382647" y="138722"/>
                  </a:lnTo>
                  <a:lnTo>
                    <a:pt x="2382532" y="136512"/>
                  </a:lnTo>
                  <a:lnTo>
                    <a:pt x="2380170" y="123863"/>
                  </a:lnTo>
                  <a:lnTo>
                    <a:pt x="2376246" y="112699"/>
                  </a:lnTo>
                  <a:lnTo>
                    <a:pt x="2370747" y="102997"/>
                  </a:lnTo>
                  <a:lnTo>
                    <a:pt x="2367991" y="99822"/>
                  </a:lnTo>
                  <a:lnTo>
                    <a:pt x="2363190" y="94259"/>
                  </a:lnTo>
                  <a:lnTo>
                    <a:pt x="2362111" y="93497"/>
                  </a:lnTo>
                  <a:lnTo>
                    <a:pt x="2362111" y="151003"/>
                  </a:lnTo>
                  <a:lnTo>
                    <a:pt x="2361552" y="161861"/>
                  </a:lnTo>
                  <a:lnTo>
                    <a:pt x="2342096" y="198615"/>
                  </a:lnTo>
                  <a:lnTo>
                    <a:pt x="2327440" y="202311"/>
                  </a:lnTo>
                  <a:lnTo>
                    <a:pt x="2318194" y="200799"/>
                  </a:lnTo>
                  <a:lnTo>
                    <a:pt x="2309965" y="196342"/>
                  </a:lnTo>
                  <a:lnTo>
                    <a:pt x="2302167" y="188658"/>
                  </a:lnTo>
                  <a:lnTo>
                    <a:pt x="2295436" y="178054"/>
                  </a:lnTo>
                  <a:lnTo>
                    <a:pt x="2295436" y="124841"/>
                  </a:lnTo>
                  <a:lnTo>
                    <a:pt x="2302256" y="113919"/>
                  </a:lnTo>
                  <a:lnTo>
                    <a:pt x="2309939" y="106299"/>
                  </a:lnTo>
                  <a:lnTo>
                    <a:pt x="2310142" y="106095"/>
                  </a:lnTo>
                  <a:lnTo>
                    <a:pt x="2319058" y="101396"/>
                  </a:lnTo>
                  <a:lnTo>
                    <a:pt x="2328964" y="99822"/>
                  </a:lnTo>
                  <a:lnTo>
                    <a:pt x="2338108" y="99822"/>
                  </a:lnTo>
                  <a:lnTo>
                    <a:pt x="2361438" y="138722"/>
                  </a:lnTo>
                  <a:lnTo>
                    <a:pt x="2362085" y="150622"/>
                  </a:lnTo>
                  <a:lnTo>
                    <a:pt x="2362111" y="151003"/>
                  </a:lnTo>
                  <a:lnTo>
                    <a:pt x="2362111" y="93497"/>
                  </a:lnTo>
                  <a:lnTo>
                    <a:pt x="2354402" y="88036"/>
                  </a:lnTo>
                  <a:lnTo>
                    <a:pt x="2344356" y="84302"/>
                  </a:lnTo>
                  <a:lnTo>
                    <a:pt x="2333028" y="83058"/>
                  </a:lnTo>
                  <a:lnTo>
                    <a:pt x="2321687" y="84518"/>
                  </a:lnTo>
                  <a:lnTo>
                    <a:pt x="2311514" y="88874"/>
                  </a:lnTo>
                  <a:lnTo>
                    <a:pt x="2302497" y="96139"/>
                  </a:lnTo>
                  <a:lnTo>
                    <a:pt x="2294674" y="106299"/>
                  </a:lnTo>
                  <a:lnTo>
                    <a:pt x="2294674" y="85979"/>
                  </a:lnTo>
                  <a:lnTo>
                    <a:pt x="2274735" y="85979"/>
                  </a:lnTo>
                  <a:lnTo>
                    <a:pt x="2274735" y="262001"/>
                  </a:lnTo>
                  <a:lnTo>
                    <a:pt x="2295436" y="262001"/>
                  </a:lnTo>
                  <a:lnTo>
                    <a:pt x="2295436" y="196342"/>
                  </a:lnTo>
                  <a:lnTo>
                    <a:pt x="2302497" y="206273"/>
                  </a:lnTo>
                  <a:lnTo>
                    <a:pt x="2310942" y="213385"/>
                  </a:lnTo>
                  <a:lnTo>
                    <a:pt x="2320734" y="217652"/>
                  </a:lnTo>
                  <a:lnTo>
                    <a:pt x="2331885" y="219075"/>
                  </a:lnTo>
                  <a:lnTo>
                    <a:pt x="2341689" y="218084"/>
                  </a:lnTo>
                  <a:lnTo>
                    <a:pt x="2350719" y="215099"/>
                  </a:lnTo>
                  <a:lnTo>
                    <a:pt x="2358974" y="210134"/>
                  </a:lnTo>
                  <a:lnTo>
                    <a:pt x="2366429" y="203200"/>
                  </a:lnTo>
                  <a:lnTo>
                    <a:pt x="2367051" y="202311"/>
                  </a:lnTo>
                  <a:lnTo>
                    <a:pt x="2373782" y="192824"/>
                  </a:lnTo>
                  <a:lnTo>
                    <a:pt x="2379065" y="180581"/>
                  </a:lnTo>
                  <a:lnTo>
                    <a:pt x="2382240" y="166509"/>
                  </a:lnTo>
                  <a:lnTo>
                    <a:pt x="2383282" y="151003"/>
                  </a:lnTo>
                  <a:lnTo>
                    <a:pt x="2383320" y="150622"/>
                  </a:lnTo>
                  <a:close/>
                </a:path>
                <a:path w="2484755" h="262254">
                  <a:moveTo>
                    <a:pt x="2484158" y="123825"/>
                  </a:moveTo>
                  <a:lnTo>
                    <a:pt x="2477833" y="75590"/>
                  </a:lnTo>
                  <a:lnTo>
                    <a:pt x="2456103" y="29972"/>
                  </a:lnTo>
                  <a:lnTo>
                    <a:pt x="2430945" y="0"/>
                  </a:lnTo>
                  <a:lnTo>
                    <a:pt x="2423579" y="6096"/>
                  </a:lnTo>
                  <a:lnTo>
                    <a:pt x="2433878" y="19367"/>
                  </a:lnTo>
                  <a:lnTo>
                    <a:pt x="2442718" y="32499"/>
                  </a:lnTo>
                  <a:lnTo>
                    <a:pt x="2460955" y="73304"/>
                  </a:lnTo>
                  <a:lnTo>
                    <a:pt x="2467394" y="123825"/>
                  </a:lnTo>
                  <a:lnTo>
                    <a:pt x="2466848" y="139573"/>
                  </a:lnTo>
                  <a:lnTo>
                    <a:pt x="2458758" y="181610"/>
                  </a:lnTo>
                  <a:lnTo>
                    <a:pt x="2435199" y="226568"/>
                  </a:lnTo>
                  <a:lnTo>
                    <a:pt x="2423579" y="241681"/>
                  </a:lnTo>
                  <a:lnTo>
                    <a:pt x="2430945" y="247777"/>
                  </a:lnTo>
                  <a:lnTo>
                    <a:pt x="2462174" y="208229"/>
                  </a:lnTo>
                  <a:lnTo>
                    <a:pt x="2480437" y="161163"/>
                  </a:lnTo>
                  <a:lnTo>
                    <a:pt x="2483218" y="142976"/>
                  </a:lnTo>
                  <a:lnTo>
                    <a:pt x="2484158" y="123825"/>
                  </a:lnTo>
                  <a:close/>
                </a:path>
              </a:pathLst>
            </a:custGeom>
            <a:solidFill>
              <a:srgbClr val="FFFFFF">
                <a:alpha val="59999"/>
              </a:srgbClr>
            </a:solidFill>
          </p:spPr>
          <p:txBody>
            <a:bodyPr wrap="square" lIns="0" tIns="0" rIns="0" bIns="0" rtlCol="0"/>
            <a:lstStyle/>
            <a:p>
              <a:endParaRPr/>
            </a:p>
          </p:txBody>
        </p:sp>
        <p:pic>
          <p:nvPicPr>
            <p:cNvPr id="6" name="object 6"/>
            <p:cNvPicPr/>
            <p:nvPr/>
          </p:nvPicPr>
          <p:blipFill>
            <a:blip r:embed="rId2" cstate="print"/>
            <a:stretch>
              <a:fillRect/>
            </a:stretch>
          </p:blipFill>
          <p:spPr>
            <a:xfrm>
              <a:off x="396240" y="417575"/>
              <a:ext cx="566673" cy="566038"/>
            </a:xfrm>
            <a:prstGeom prst="rect">
              <a:avLst/>
            </a:prstGeom>
          </p:spPr>
        </p:pic>
        <p:sp>
          <p:nvSpPr>
            <p:cNvPr id="7" name="object 7"/>
            <p:cNvSpPr/>
            <p:nvPr/>
          </p:nvSpPr>
          <p:spPr>
            <a:xfrm>
              <a:off x="398354" y="419129"/>
              <a:ext cx="427355" cy="427355"/>
            </a:xfrm>
            <a:custGeom>
              <a:avLst/>
              <a:gdLst/>
              <a:ahLst/>
              <a:cxnLst/>
              <a:rect l="l" t="t" r="r" b="b"/>
              <a:pathLst>
                <a:path w="427355" h="427355">
                  <a:moveTo>
                    <a:pt x="343027" y="0"/>
                  </a:moveTo>
                  <a:lnTo>
                    <a:pt x="302766" y="4808"/>
                  </a:lnTo>
                  <a:lnTo>
                    <a:pt x="258417" y="19589"/>
                  </a:lnTo>
                  <a:lnTo>
                    <a:pt x="211700" y="43773"/>
                  </a:lnTo>
                  <a:lnTo>
                    <a:pt x="164334" y="76793"/>
                  </a:lnTo>
                  <a:lnTo>
                    <a:pt x="118039" y="118080"/>
                  </a:lnTo>
                  <a:lnTo>
                    <a:pt x="76782" y="164361"/>
                  </a:lnTo>
                  <a:lnTo>
                    <a:pt x="43777" y="211709"/>
                  </a:lnTo>
                  <a:lnTo>
                    <a:pt x="19596" y="258406"/>
                  </a:lnTo>
                  <a:lnTo>
                    <a:pt x="4813" y="302734"/>
                  </a:lnTo>
                  <a:lnTo>
                    <a:pt x="0" y="342977"/>
                  </a:lnTo>
                  <a:lnTo>
                    <a:pt x="5729" y="377418"/>
                  </a:lnTo>
                  <a:lnTo>
                    <a:pt x="22573" y="404338"/>
                  </a:lnTo>
                  <a:lnTo>
                    <a:pt x="49503" y="421221"/>
                  </a:lnTo>
                  <a:lnTo>
                    <a:pt x="83958" y="426973"/>
                  </a:lnTo>
                  <a:lnTo>
                    <a:pt x="124220" y="422169"/>
                  </a:lnTo>
                  <a:lnTo>
                    <a:pt x="168571" y="407389"/>
                  </a:lnTo>
                  <a:lnTo>
                    <a:pt x="215290" y="383209"/>
                  </a:lnTo>
                  <a:lnTo>
                    <a:pt x="262659" y="350207"/>
                  </a:lnTo>
                  <a:lnTo>
                    <a:pt x="308958" y="308961"/>
                  </a:lnTo>
                  <a:lnTo>
                    <a:pt x="350211" y="262673"/>
                  </a:lnTo>
                  <a:lnTo>
                    <a:pt x="383213" y="215307"/>
                  </a:lnTo>
                  <a:lnTo>
                    <a:pt x="407391" y="168585"/>
                  </a:lnTo>
                  <a:lnTo>
                    <a:pt x="422173" y="124230"/>
                  </a:lnTo>
                  <a:lnTo>
                    <a:pt x="426986" y="83962"/>
                  </a:lnTo>
                  <a:lnTo>
                    <a:pt x="421256" y="49503"/>
                  </a:lnTo>
                  <a:lnTo>
                    <a:pt x="404412" y="22576"/>
                  </a:lnTo>
                  <a:lnTo>
                    <a:pt x="377482" y="5733"/>
                  </a:lnTo>
                  <a:lnTo>
                    <a:pt x="343027" y="0"/>
                  </a:lnTo>
                  <a:close/>
                </a:path>
              </a:pathLst>
            </a:custGeom>
            <a:solidFill>
              <a:srgbClr val="2C3C4E"/>
            </a:solidFill>
          </p:spPr>
          <p:txBody>
            <a:bodyPr wrap="square" lIns="0" tIns="0" rIns="0" bIns="0" rtlCol="0"/>
            <a:lstStyle/>
            <a:p>
              <a:endParaRPr/>
            </a:p>
          </p:txBody>
        </p:sp>
        <p:pic>
          <p:nvPicPr>
            <p:cNvPr id="8" name="object 8"/>
            <p:cNvPicPr/>
            <p:nvPr/>
          </p:nvPicPr>
          <p:blipFill>
            <a:blip r:embed="rId3" cstate="print"/>
            <a:stretch>
              <a:fillRect/>
            </a:stretch>
          </p:blipFill>
          <p:spPr>
            <a:xfrm>
              <a:off x="4743450" y="56"/>
              <a:ext cx="7448550" cy="6857944"/>
            </a:xfrm>
            <a:prstGeom prst="rect">
              <a:avLst/>
            </a:prstGeom>
          </p:spPr>
        </p:pic>
        <p:pic>
          <p:nvPicPr>
            <p:cNvPr id="10" name="object 10"/>
            <p:cNvPicPr/>
            <p:nvPr/>
          </p:nvPicPr>
          <p:blipFill>
            <a:blip r:embed="rId4" cstate="print"/>
            <a:stretch>
              <a:fillRect/>
            </a:stretch>
          </p:blipFill>
          <p:spPr>
            <a:xfrm>
              <a:off x="4119371" y="5431536"/>
              <a:ext cx="361823" cy="361683"/>
            </a:xfrm>
            <a:prstGeom prst="rect">
              <a:avLst/>
            </a:prstGeom>
          </p:spPr>
        </p:pic>
      </p:grpSp>
      <p:sp>
        <p:nvSpPr>
          <p:cNvPr id="11" name="正方形/長方形 10">
            <a:extLst>
              <a:ext uri="{FF2B5EF4-FFF2-40B4-BE49-F238E27FC236}">
                <a16:creationId xmlns:a16="http://schemas.microsoft.com/office/drawing/2014/main" id="{A93BFAFB-9C74-39CA-E517-101CC14184BA}"/>
              </a:ext>
            </a:extLst>
          </p:cNvPr>
          <p:cNvSpPr/>
          <p:nvPr/>
        </p:nvSpPr>
        <p:spPr>
          <a:xfrm>
            <a:off x="297180" y="3243884"/>
            <a:ext cx="2343150" cy="685800"/>
          </a:xfrm>
          <a:prstGeom prst="rect">
            <a:avLst/>
          </a:prstGeom>
          <a:solidFill>
            <a:srgbClr val="1B27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object 3"/>
          <p:cNvSpPr txBox="1">
            <a:spLocks noGrp="1"/>
          </p:cNvSpPr>
          <p:nvPr>
            <p:ph type="title"/>
          </p:nvPr>
        </p:nvSpPr>
        <p:spPr>
          <a:xfrm>
            <a:off x="645794" y="3006600"/>
            <a:ext cx="2715101" cy="686246"/>
          </a:xfrm>
          <a:prstGeom prst="rect">
            <a:avLst/>
          </a:prstGeom>
        </p:spPr>
        <p:txBody>
          <a:bodyPr vert="horz" wrap="square" lIns="0" tIns="9049" rIns="0" bIns="0" rtlCol="0">
            <a:spAutoFit/>
          </a:bodyPr>
          <a:lstStyle/>
          <a:p>
            <a:pPr marL="9525" marR="3810">
              <a:spcBef>
                <a:spcPts val="71"/>
              </a:spcBef>
            </a:pPr>
            <a:r>
              <a:rPr sz="4400" spc="71" dirty="0" err="1">
                <a:latin typeface="Meiryo" panose="020B0604030504040204" pitchFamily="34" charset="-128"/>
              </a:rPr>
              <a:t>Git</a:t>
            </a:r>
            <a:r>
              <a:rPr sz="4400" spc="109" dirty="0" err="1">
                <a:latin typeface="Meiryo" panose="020B0604030504040204" pitchFamily="34" charset="-128"/>
              </a:rPr>
              <a:t>講習</a:t>
            </a:r>
            <a:endParaRPr sz="4400" dirty="0">
              <a:latin typeface="Meiryo" panose="020B060403050404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AD1ED0D-C9E2-7D24-68E4-9923D7EF292A}"/>
              </a:ext>
            </a:extLst>
          </p:cNvPr>
          <p:cNvSpPr>
            <a:spLocks noGrp="1"/>
          </p:cNvSpPr>
          <p:nvPr>
            <p:ph type="body" idx="1"/>
          </p:nvPr>
        </p:nvSpPr>
        <p:spPr>
          <a:xfrm>
            <a:off x="310763" y="1295400"/>
            <a:ext cx="8604637" cy="762000"/>
          </a:xfrm>
        </p:spPr>
        <p:txBody>
          <a:bodyPr/>
          <a:lstStyle/>
          <a:p>
            <a:pPr>
              <a:lnSpc>
                <a:spcPct val="150000"/>
              </a:lnSpc>
            </a:pPr>
            <a:r>
              <a:rPr lang="ja-JP" altLang="en-US" sz="3200"/>
              <a:t>ファイルの編集履歴どのようにしていますか？</a:t>
            </a:r>
            <a:endParaRPr kumimoji="1" lang="ja-JP" altLang="en-US" sz="3200"/>
          </a:p>
        </p:txBody>
      </p:sp>
      <p:pic>
        <p:nvPicPr>
          <p:cNvPr id="2050" name="Picture 2">
            <a:extLst>
              <a:ext uri="{FF2B5EF4-FFF2-40B4-BE49-F238E27FC236}">
                <a16:creationId xmlns:a16="http://schemas.microsoft.com/office/drawing/2014/main" id="{D06F4F7B-30EB-12DE-3789-F087877E8D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5171"/>
          <a:stretch>
            <a:fillRect/>
          </a:stretch>
        </p:blipFill>
        <p:spPr bwMode="auto">
          <a:xfrm>
            <a:off x="325179" y="2743200"/>
            <a:ext cx="3796778" cy="24384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グループ化 6">
            <a:extLst>
              <a:ext uri="{FF2B5EF4-FFF2-40B4-BE49-F238E27FC236}">
                <a16:creationId xmlns:a16="http://schemas.microsoft.com/office/drawing/2014/main" id="{842B6DAD-F686-8B1D-14ED-9A9B974947E5}"/>
              </a:ext>
            </a:extLst>
          </p:cNvPr>
          <p:cNvGrpSpPr/>
          <p:nvPr/>
        </p:nvGrpSpPr>
        <p:grpSpPr>
          <a:xfrm>
            <a:off x="4572000" y="2571543"/>
            <a:ext cx="4636487" cy="4210845"/>
            <a:chOff x="228600" y="2915681"/>
            <a:chExt cx="4636487" cy="4210845"/>
          </a:xfrm>
        </p:grpSpPr>
        <p:sp>
          <p:nvSpPr>
            <p:cNvPr id="4" name="テキスト ボックス 3">
              <a:extLst>
                <a:ext uri="{FF2B5EF4-FFF2-40B4-BE49-F238E27FC236}">
                  <a16:creationId xmlns:a16="http://schemas.microsoft.com/office/drawing/2014/main" id="{B1991282-1B67-565B-3DD7-13606339C796}"/>
                </a:ext>
              </a:extLst>
            </p:cNvPr>
            <p:cNvSpPr txBox="1"/>
            <p:nvPr/>
          </p:nvSpPr>
          <p:spPr>
            <a:xfrm>
              <a:off x="310763" y="3397941"/>
              <a:ext cx="4554324" cy="3728585"/>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ja-JP" altLang="en-US" sz="2000" b="1">
                  <a:solidFill>
                    <a:srgbClr val="1B2731"/>
                  </a:solidFill>
                </a:rPr>
                <a:t>変更点がよくわからない</a:t>
              </a:r>
            </a:p>
            <a:p>
              <a:pPr marL="285750" indent="-285750">
                <a:lnSpc>
                  <a:spcPct val="150000"/>
                </a:lnSpc>
                <a:buFont typeface="Arial" panose="020B0604020202020204" pitchFamily="34" charset="0"/>
                <a:buChar char="•"/>
              </a:pPr>
              <a:r>
                <a:rPr lang="ja-JP" altLang="en-US" sz="2000" b="1">
                  <a:solidFill>
                    <a:srgbClr val="1B2731"/>
                  </a:solidFill>
                </a:rPr>
                <a:t>フォルダのストレージがパンパン</a:t>
              </a:r>
            </a:p>
            <a:p>
              <a:pPr marL="285750" indent="-285750">
                <a:lnSpc>
                  <a:spcPct val="150000"/>
                </a:lnSpc>
                <a:buFont typeface="Arial" panose="020B0604020202020204" pitchFamily="34" charset="0"/>
                <a:buChar char="•"/>
              </a:pPr>
              <a:r>
                <a:rPr lang="ja-JP" altLang="en-US" sz="2000" b="1" spc="-11">
                  <a:solidFill>
                    <a:srgbClr val="1B2731"/>
                  </a:solidFill>
                  <a:latin typeface="Meiryo" panose="020B0604030504040204" pitchFamily="34" charset="-128"/>
                  <a:ea typeface="Meiryo" panose="020B0604030504040204" pitchFamily="34" charset="-128"/>
                  <a:cs typeface="Yu Gothic Medium"/>
                </a:rPr>
                <a:t>どのファイルが最新で</a:t>
              </a:r>
              <a:br>
                <a:rPr lang="en-US" altLang="ja-JP" sz="2000" b="1" spc="-11" dirty="0">
                  <a:solidFill>
                    <a:srgbClr val="1B2731"/>
                  </a:solidFill>
                  <a:latin typeface="Meiryo" panose="020B0604030504040204" pitchFamily="34" charset="-128"/>
                  <a:ea typeface="Meiryo" panose="020B0604030504040204" pitchFamily="34" charset="-128"/>
                  <a:cs typeface="Yu Gothic Medium"/>
                </a:rPr>
              </a:br>
              <a:r>
                <a:rPr lang="ja-JP" altLang="en-US" sz="2000" b="1" spc="-11">
                  <a:solidFill>
                    <a:srgbClr val="1B2731"/>
                  </a:solidFill>
                  <a:latin typeface="Meiryo" panose="020B0604030504040204" pitchFamily="34" charset="-128"/>
                  <a:ea typeface="Meiryo" panose="020B0604030504040204" pitchFamily="34" charset="-128"/>
                  <a:cs typeface="Yu Gothic Medium"/>
                </a:rPr>
                <a:t>いつ誰が更新したのか不明</a:t>
              </a:r>
              <a:endParaRPr lang="en-US" altLang="ja-JP" sz="2000" b="1" dirty="0">
                <a:solidFill>
                  <a:srgbClr val="1B2731"/>
                </a:solidFill>
              </a:endParaRPr>
            </a:p>
            <a:p>
              <a:pPr marL="285750" indent="-285750">
                <a:lnSpc>
                  <a:spcPct val="150000"/>
                </a:lnSpc>
                <a:buFont typeface="Arial" panose="020B0604020202020204" pitchFamily="34" charset="0"/>
                <a:buChar char="•"/>
              </a:pPr>
              <a:r>
                <a:rPr lang="ja-JP" altLang="en-US" sz="2000" b="1">
                  <a:solidFill>
                    <a:srgbClr val="1B2731"/>
                  </a:solidFill>
                </a:rPr>
                <a:t>共有ファイルで変更点が競合して</a:t>
              </a:r>
              <a:br>
                <a:rPr lang="en-US" altLang="ja-JP" sz="2000" b="1" dirty="0">
                  <a:solidFill>
                    <a:srgbClr val="1B2731"/>
                  </a:solidFill>
                </a:rPr>
              </a:br>
              <a:r>
                <a:rPr lang="ja-JP" altLang="en-US" sz="2000" b="1">
                  <a:solidFill>
                    <a:srgbClr val="1B2731"/>
                  </a:solidFill>
                </a:rPr>
                <a:t>変更が残っていない・・・</a:t>
              </a:r>
              <a:endParaRPr lang="en-US" altLang="ja-JP" sz="2000" b="1" dirty="0">
                <a:solidFill>
                  <a:srgbClr val="1B2731"/>
                </a:solidFill>
              </a:endParaRPr>
            </a:p>
            <a:p>
              <a:pPr marL="285750" indent="-285750">
                <a:lnSpc>
                  <a:spcPct val="150000"/>
                </a:lnSpc>
                <a:buFont typeface="Arial" panose="020B0604020202020204" pitchFamily="34" charset="0"/>
                <a:buChar char="•"/>
              </a:pPr>
              <a:endParaRPr lang="ja-JP" altLang="en-US" sz="2000" b="1">
                <a:solidFill>
                  <a:srgbClr val="1B2731"/>
                </a:solidFill>
              </a:endParaRPr>
            </a:p>
            <a:p>
              <a:pPr marL="285750" indent="-285750">
                <a:lnSpc>
                  <a:spcPct val="150000"/>
                </a:lnSpc>
                <a:buFont typeface="Arial" panose="020B0604020202020204" pitchFamily="34" charset="0"/>
                <a:buChar char="•"/>
              </a:pPr>
              <a:endParaRPr kumimoji="1" lang="ja-JP" altLang="en-US" sz="2000" b="1">
                <a:solidFill>
                  <a:srgbClr val="1B2731"/>
                </a:solidFill>
              </a:endParaRPr>
            </a:p>
          </p:txBody>
        </p:sp>
        <p:sp>
          <p:nvSpPr>
            <p:cNvPr id="6" name="角丸四角形 5">
              <a:extLst>
                <a:ext uri="{FF2B5EF4-FFF2-40B4-BE49-F238E27FC236}">
                  <a16:creationId xmlns:a16="http://schemas.microsoft.com/office/drawing/2014/main" id="{E9D972E5-124D-F2F8-5082-05D3CA95ADD0}"/>
                </a:ext>
              </a:extLst>
            </p:cNvPr>
            <p:cNvSpPr/>
            <p:nvPr/>
          </p:nvSpPr>
          <p:spPr>
            <a:xfrm>
              <a:off x="228600" y="3167108"/>
              <a:ext cx="4495800" cy="3120630"/>
            </a:xfrm>
            <a:prstGeom prst="round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D7ED1DC-91F9-395C-304A-66CC8988AB8F}"/>
                </a:ext>
              </a:extLst>
            </p:cNvPr>
            <p:cNvSpPr txBox="1"/>
            <p:nvPr/>
          </p:nvSpPr>
          <p:spPr>
            <a:xfrm>
              <a:off x="533400" y="2915681"/>
              <a:ext cx="2383986" cy="461665"/>
            </a:xfrm>
            <a:prstGeom prst="rect">
              <a:avLst/>
            </a:prstGeom>
            <a:solidFill>
              <a:schemeClr val="bg1"/>
            </a:solidFill>
          </p:spPr>
          <p:txBody>
            <a:bodyPr wrap="none" rtlCol="0">
              <a:spAutoFit/>
            </a:bodyPr>
            <a:lstStyle/>
            <a:p>
              <a:r>
                <a:rPr kumimoji="1" lang="ja-JP" altLang="en-US" sz="2400" b="1">
                  <a:solidFill>
                    <a:srgbClr val="FF0000"/>
                  </a:solidFill>
                </a:rPr>
                <a:t>起き得る問題点</a:t>
              </a:r>
            </a:p>
          </p:txBody>
        </p:sp>
      </p:grpSp>
      <p:sp>
        <p:nvSpPr>
          <p:cNvPr id="9" name="テキスト ボックス 8">
            <a:extLst>
              <a:ext uri="{FF2B5EF4-FFF2-40B4-BE49-F238E27FC236}">
                <a16:creationId xmlns:a16="http://schemas.microsoft.com/office/drawing/2014/main" id="{B9D4DA9F-D502-93C9-E22F-9CDA167681A3}"/>
              </a:ext>
            </a:extLst>
          </p:cNvPr>
          <p:cNvSpPr txBox="1"/>
          <p:nvPr/>
        </p:nvSpPr>
        <p:spPr>
          <a:xfrm>
            <a:off x="275752" y="2212376"/>
            <a:ext cx="4578178" cy="369332"/>
          </a:xfrm>
          <a:prstGeom prst="rect">
            <a:avLst/>
          </a:prstGeom>
          <a:noFill/>
        </p:spPr>
        <p:txBody>
          <a:bodyPr wrap="square">
            <a:spAutoFit/>
          </a:bodyPr>
          <a:lstStyle/>
          <a:p>
            <a:r>
              <a:rPr lang="ja-JP" altLang="en-US"/>
              <a:t>編集前のファイルをコピーしておく方法</a:t>
            </a:r>
          </a:p>
        </p:txBody>
      </p:sp>
      <p:sp>
        <p:nvSpPr>
          <p:cNvPr id="10" name="テキスト ボックス 9">
            <a:extLst>
              <a:ext uri="{FF2B5EF4-FFF2-40B4-BE49-F238E27FC236}">
                <a16:creationId xmlns:a16="http://schemas.microsoft.com/office/drawing/2014/main" id="{C09A7EA9-1480-25EE-370F-7308E94C2BE0}"/>
              </a:ext>
            </a:extLst>
          </p:cNvPr>
          <p:cNvSpPr txBox="1"/>
          <p:nvPr/>
        </p:nvSpPr>
        <p:spPr>
          <a:xfrm>
            <a:off x="310763" y="5265433"/>
            <a:ext cx="4578178" cy="869533"/>
          </a:xfrm>
          <a:prstGeom prst="rect">
            <a:avLst/>
          </a:prstGeom>
          <a:noFill/>
        </p:spPr>
        <p:txBody>
          <a:bodyPr wrap="square">
            <a:spAutoFit/>
          </a:bodyPr>
          <a:lstStyle/>
          <a:p>
            <a:pPr>
              <a:lnSpc>
                <a:spcPct val="150000"/>
              </a:lnSpc>
            </a:pPr>
            <a:r>
              <a:rPr lang="ja-JP" altLang="en-US"/>
              <a:t>ファイル名を日付や名前，変更内容等</a:t>
            </a:r>
            <a:endParaRPr lang="en-US" altLang="ja-JP" dirty="0"/>
          </a:p>
          <a:p>
            <a:pPr>
              <a:lnSpc>
                <a:spcPct val="150000"/>
              </a:lnSpc>
            </a:pPr>
            <a:r>
              <a:rPr lang="ja-JP" altLang="en-US"/>
              <a:t>を書いて区別できるようにする</a:t>
            </a:r>
          </a:p>
        </p:txBody>
      </p:sp>
      <p:sp>
        <p:nvSpPr>
          <p:cNvPr id="14" name="object 7">
            <a:extLst>
              <a:ext uri="{FF2B5EF4-FFF2-40B4-BE49-F238E27FC236}">
                <a16:creationId xmlns:a16="http://schemas.microsoft.com/office/drawing/2014/main" id="{3FB8A8D5-48FC-C896-CF51-72AC7EBF22A6}"/>
              </a:ext>
            </a:extLst>
          </p:cNvPr>
          <p:cNvSpPr txBox="1">
            <a:spLocks/>
          </p:cNvSpPr>
          <p:nvPr/>
        </p:nvSpPr>
        <p:spPr>
          <a:xfrm>
            <a:off x="304800" y="76200"/>
            <a:ext cx="4501277"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spc="172" dirty="0">
                <a:solidFill>
                  <a:srgbClr val="1B2731"/>
                </a:solidFill>
                <a:latin typeface="Meiryo" panose="020B0604030504040204" pitchFamily="34" charset="-128"/>
              </a:rPr>
              <a:t>Git</a:t>
            </a:r>
            <a:r>
              <a:rPr lang="ja-JP" altLang="en-US" sz="3600" spc="135">
                <a:solidFill>
                  <a:srgbClr val="1B2731"/>
                </a:solidFill>
                <a:latin typeface="Meiryo" panose="020B0604030504040204" pitchFamily="34" charset="-128"/>
              </a:rPr>
              <a:t>とは？</a:t>
            </a:r>
            <a:endParaRPr lang="ja-JP" altLang="en-US" sz="3600" dirty="0">
              <a:solidFill>
                <a:srgbClr val="1B2731"/>
              </a:solidFill>
              <a:latin typeface="Meiryo" panose="020B0604030504040204" pitchFamily="34" charset="-128"/>
            </a:endParaRPr>
          </a:p>
        </p:txBody>
      </p:sp>
    </p:spTree>
    <p:extLst>
      <p:ext uri="{BB962C8B-B14F-4D97-AF65-F5344CB8AC3E}">
        <p14:creationId xmlns:p14="http://schemas.microsoft.com/office/powerpoint/2010/main" val="2083863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9" presetClass="entr" presetSubtype="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dissolve">
                                      <p:cBhvr>
                                        <p:cTn id="10" dur="500"/>
                                        <p:tgtEl>
                                          <p:spTgt spid="205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ssolv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0211C-441D-B7CE-D1FD-80B773F6D41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9796686-4A43-2D81-FC17-7D0D9B621176}"/>
              </a:ext>
            </a:extLst>
          </p:cNvPr>
          <p:cNvSpPr txBox="1"/>
          <p:nvPr/>
        </p:nvSpPr>
        <p:spPr>
          <a:xfrm>
            <a:off x="533400" y="1039724"/>
            <a:ext cx="7848600" cy="3033683"/>
          </a:xfrm>
          <a:prstGeom prst="rect">
            <a:avLst/>
          </a:prstGeom>
        </p:spPr>
        <p:txBody>
          <a:bodyPr vert="horz" wrap="square" lIns="0" tIns="9049" rIns="0" bIns="0" rtlCol="0">
            <a:spAutoFit/>
          </a:bodyPr>
          <a:lstStyle/>
          <a:p>
            <a:pPr marL="9525">
              <a:lnSpc>
                <a:spcPct val="150000"/>
              </a:lnSpc>
              <a:spcBef>
                <a:spcPts val="71"/>
              </a:spcBef>
            </a:pPr>
            <a:r>
              <a:rPr sz="2100" spc="-64" dirty="0">
                <a:solidFill>
                  <a:srgbClr val="1B2731"/>
                </a:solidFill>
                <a:latin typeface="Meiryo" panose="020B0604030504040204" pitchFamily="34" charset="-128"/>
                <a:ea typeface="Meiryo" panose="020B0604030504040204" pitchFamily="34" charset="-128"/>
                <a:cs typeface="Yu Gothic Medium"/>
              </a:rPr>
              <a:t>・バージョン管理システム</a:t>
            </a:r>
            <a:endParaRPr sz="2100" dirty="0">
              <a:solidFill>
                <a:srgbClr val="1B2731"/>
              </a:solidFill>
              <a:latin typeface="Meiryo" panose="020B0604030504040204" pitchFamily="34" charset="-128"/>
              <a:ea typeface="Meiryo" panose="020B0604030504040204" pitchFamily="34" charset="-128"/>
              <a:cs typeface="Yu Gothic Medium"/>
            </a:endParaRPr>
          </a:p>
          <a:p>
            <a:pPr marL="694849">
              <a:lnSpc>
                <a:spcPct val="150000"/>
              </a:lnSpc>
            </a:pPr>
            <a:r>
              <a:rPr sz="2100" spc="-30" dirty="0">
                <a:solidFill>
                  <a:srgbClr val="1B2731"/>
                </a:solidFill>
                <a:latin typeface="Meiryo" panose="020B0604030504040204" pitchFamily="34" charset="-128"/>
                <a:ea typeface="Meiryo" panose="020B0604030504040204" pitchFamily="34" charset="-128"/>
                <a:cs typeface="Yu Gothic Medium"/>
              </a:rPr>
              <a:t>ファイルの変更履歴を管理するツール</a:t>
            </a:r>
            <a:endParaRPr sz="2100" dirty="0">
              <a:solidFill>
                <a:srgbClr val="1B2731"/>
              </a:solidFill>
              <a:latin typeface="Meiryo" panose="020B0604030504040204" pitchFamily="34" charset="-128"/>
              <a:ea typeface="Meiryo" panose="020B0604030504040204" pitchFamily="34" charset="-128"/>
              <a:cs typeface="Yu Gothic Medium"/>
            </a:endParaRPr>
          </a:p>
          <a:p>
            <a:pPr marL="9525">
              <a:lnSpc>
                <a:spcPct val="150000"/>
              </a:lnSpc>
              <a:spcBef>
                <a:spcPts val="2520"/>
              </a:spcBef>
            </a:pPr>
            <a:r>
              <a:rPr sz="2100" spc="-64" dirty="0">
                <a:solidFill>
                  <a:srgbClr val="1B2731"/>
                </a:solidFill>
                <a:latin typeface="Meiryo" panose="020B0604030504040204" pitchFamily="34" charset="-128"/>
                <a:ea typeface="Meiryo" panose="020B0604030504040204" pitchFamily="34" charset="-128"/>
                <a:cs typeface="Yu Gothic Medium"/>
              </a:rPr>
              <a:t>・分散型システム</a:t>
            </a:r>
            <a:endParaRPr sz="2100" dirty="0">
              <a:solidFill>
                <a:srgbClr val="1B2731"/>
              </a:solidFill>
              <a:latin typeface="Meiryo" panose="020B0604030504040204" pitchFamily="34" charset="-128"/>
              <a:ea typeface="Meiryo" panose="020B0604030504040204" pitchFamily="34" charset="-128"/>
              <a:cs typeface="Yu Gothic Medium"/>
            </a:endParaRPr>
          </a:p>
          <a:p>
            <a:pPr marL="694849" marR="3810">
              <a:lnSpc>
                <a:spcPct val="150000"/>
              </a:lnSpc>
            </a:pPr>
            <a:r>
              <a:rPr sz="2100" spc="-30" dirty="0">
                <a:solidFill>
                  <a:srgbClr val="1B2731"/>
                </a:solidFill>
                <a:latin typeface="Meiryo" panose="020B0604030504040204" pitchFamily="34" charset="-128"/>
                <a:ea typeface="Meiryo" panose="020B0604030504040204" pitchFamily="34" charset="-128"/>
                <a:cs typeface="Yu Gothic Medium"/>
              </a:rPr>
              <a:t>各ユーザが完全な履歴を持ち, オフラインでも作業ができる</a:t>
            </a:r>
            <a:endParaRPr sz="2100" dirty="0">
              <a:solidFill>
                <a:srgbClr val="1B2731"/>
              </a:solidFill>
              <a:latin typeface="Meiryo" panose="020B0604030504040204" pitchFamily="34" charset="-128"/>
              <a:ea typeface="Meiryo" panose="020B0604030504040204" pitchFamily="34" charset="-128"/>
              <a:cs typeface="Yu Gothic Medium"/>
            </a:endParaRPr>
          </a:p>
          <a:p>
            <a:pPr marL="9525">
              <a:lnSpc>
                <a:spcPct val="150000"/>
              </a:lnSpc>
              <a:spcBef>
                <a:spcPts val="2524"/>
              </a:spcBef>
            </a:pPr>
            <a:r>
              <a:rPr sz="2100" spc="-64" dirty="0">
                <a:solidFill>
                  <a:srgbClr val="1B2731"/>
                </a:solidFill>
                <a:latin typeface="Meiryo" panose="020B0604030504040204" pitchFamily="34" charset="-128"/>
                <a:ea typeface="Meiryo" panose="020B0604030504040204" pitchFamily="34" charset="-128"/>
                <a:cs typeface="Yu Gothic Medium"/>
              </a:rPr>
              <a:t>・オープンソースソフトウェア</a:t>
            </a:r>
            <a:endParaRPr sz="2100" dirty="0">
              <a:solidFill>
                <a:srgbClr val="1B2731"/>
              </a:solidFill>
              <a:latin typeface="Meiryo" panose="020B0604030504040204" pitchFamily="34" charset="-128"/>
              <a:ea typeface="Meiryo" panose="020B0604030504040204" pitchFamily="34" charset="-128"/>
              <a:cs typeface="Yu Gothic Medium"/>
            </a:endParaRPr>
          </a:p>
        </p:txBody>
      </p:sp>
      <p:pic>
        <p:nvPicPr>
          <p:cNvPr id="1026" name="Picture 2" descr="Git - Logo Downloads">
            <a:extLst>
              <a:ext uri="{FF2B5EF4-FFF2-40B4-BE49-F238E27FC236}">
                <a16:creationId xmlns:a16="http://schemas.microsoft.com/office/drawing/2014/main" id="{30A6F794-BF64-0668-709A-DC7BCBE3B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6750" y="1025308"/>
            <a:ext cx="1593850" cy="87361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5">
            <a:extLst>
              <a:ext uri="{FF2B5EF4-FFF2-40B4-BE49-F238E27FC236}">
                <a16:creationId xmlns:a16="http://schemas.microsoft.com/office/drawing/2014/main" id="{19AC0692-2CD3-FF09-3ECB-BF66C2564177}"/>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3</a:t>
            </a:fld>
            <a:endParaRPr kumimoji="1" lang="ja-JP" altLang="en-US"/>
          </a:p>
        </p:txBody>
      </p:sp>
      <p:grpSp>
        <p:nvGrpSpPr>
          <p:cNvPr id="6" name="グループ化 5">
            <a:extLst>
              <a:ext uri="{FF2B5EF4-FFF2-40B4-BE49-F238E27FC236}">
                <a16:creationId xmlns:a16="http://schemas.microsoft.com/office/drawing/2014/main" id="{F52B48E9-87A3-615B-85DB-3880930A3F60}"/>
              </a:ext>
            </a:extLst>
          </p:cNvPr>
          <p:cNvGrpSpPr/>
          <p:nvPr/>
        </p:nvGrpSpPr>
        <p:grpSpPr>
          <a:xfrm>
            <a:off x="2895600" y="3810000"/>
            <a:ext cx="6101211" cy="2553488"/>
            <a:chOff x="1051561" y="2151317"/>
            <a:chExt cx="8402612" cy="3516675"/>
          </a:xfrm>
        </p:grpSpPr>
        <p:pic>
          <p:nvPicPr>
            <p:cNvPr id="7" name="object 3">
              <a:extLst>
                <a:ext uri="{FF2B5EF4-FFF2-40B4-BE49-F238E27FC236}">
                  <a16:creationId xmlns:a16="http://schemas.microsoft.com/office/drawing/2014/main" id="{F14D8127-0557-2C80-29E1-4EE77FB936F9}"/>
                </a:ext>
              </a:extLst>
            </p:cNvPr>
            <p:cNvPicPr/>
            <p:nvPr/>
          </p:nvPicPr>
          <p:blipFill>
            <a:blip r:embed="rId3" cstate="print"/>
            <a:stretch>
              <a:fillRect/>
            </a:stretch>
          </p:blipFill>
          <p:spPr>
            <a:xfrm>
              <a:off x="1495425" y="2884170"/>
              <a:ext cx="1329690" cy="1329690"/>
            </a:xfrm>
            <a:prstGeom prst="rect">
              <a:avLst/>
            </a:prstGeom>
          </p:spPr>
        </p:pic>
        <p:sp>
          <p:nvSpPr>
            <p:cNvPr id="8" name="object 4">
              <a:extLst>
                <a:ext uri="{FF2B5EF4-FFF2-40B4-BE49-F238E27FC236}">
                  <a16:creationId xmlns:a16="http://schemas.microsoft.com/office/drawing/2014/main" id="{5DD9C874-E94A-7D56-E964-72FA69BC49BB}"/>
                </a:ext>
              </a:extLst>
            </p:cNvPr>
            <p:cNvSpPr txBox="1"/>
            <p:nvPr/>
          </p:nvSpPr>
          <p:spPr>
            <a:xfrm>
              <a:off x="1509910" y="4376039"/>
              <a:ext cx="1329690" cy="299359"/>
            </a:xfrm>
            <a:prstGeom prst="rect">
              <a:avLst/>
            </a:prstGeom>
          </p:spPr>
          <p:txBody>
            <a:bodyPr vert="horz" wrap="square" lIns="0" tIns="9525" rIns="0" bIns="0" rtlCol="0">
              <a:spAutoFit/>
            </a:bodyPr>
            <a:lstStyle/>
            <a:p>
              <a:pPr marL="9525">
                <a:spcBef>
                  <a:spcPts val="75"/>
                </a:spcBef>
              </a:pPr>
              <a:r>
                <a:rPr sz="1350" spc="-8" dirty="0">
                  <a:solidFill>
                    <a:srgbClr val="1B2731"/>
                  </a:solidFill>
                  <a:latin typeface="Meiryo" panose="020B0604030504040204" pitchFamily="34" charset="-128"/>
                  <a:ea typeface="Meiryo" panose="020B0604030504040204" pitchFamily="34" charset="-128"/>
                  <a:cs typeface="Yu Gothic Medium"/>
                </a:rPr>
                <a:t>目次を作成</a:t>
              </a:r>
              <a:endParaRPr sz="1350">
                <a:solidFill>
                  <a:srgbClr val="1B2731"/>
                </a:solidFill>
                <a:latin typeface="Meiryo" panose="020B0604030504040204" pitchFamily="34" charset="-128"/>
                <a:ea typeface="Meiryo" panose="020B0604030504040204" pitchFamily="34" charset="-128"/>
                <a:cs typeface="Yu Gothic Medium"/>
              </a:endParaRPr>
            </a:p>
          </p:txBody>
        </p:sp>
        <p:pic>
          <p:nvPicPr>
            <p:cNvPr id="9" name="object 5">
              <a:extLst>
                <a:ext uri="{FF2B5EF4-FFF2-40B4-BE49-F238E27FC236}">
                  <a16:creationId xmlns:a16="http://schemas.microsoft.com/office/drawing/2014/main" id="{96333EAC-7779-7121-7173-8C358DB62DAC}"/>
                </a:ext>
              </a:extLst>
            </p:cNvPr>
            <p:cNvPicPr/>
            <p:nvPr/>
          </p:nvPicPr>
          <p:blipFill>
            <a:blip r:embed="rId3" cstate="print"/>
            <a:stretch>
              <a:fillRect/>
            </a:stretch>
          </p:blipFill>
          <p:spPr>
            <a:xfrm>
              <a:off x="3392806" y="2881121"/>
              <a:ext cx="1329689" cy="1329690"/>
            </a:xfrm>
            <a:prstGeom prst="rect">
              <a:avLst/>
            </a:prstGeom>
          </p:spPr>
        </p:pic>
        <p:pic>
          <p:nvPicPr>
            <p:cNvPr id="10" name="object 6">
              <a:extLst>
                <a:ext uri="{FF2B5EF4-FFF2-40B4-BE49-F238E27FC236}">
                  <a16:creationId xmlns:a16="http://schemas.microsoft.com/office/drawing/2014/main" id="{0F6A5ADF-E62F-2129-64CB-AD5472FA0979}"/>
                </a:ext>
              </a:extLst>
            </p:cNvPr>
            <p:cNvPicPr/>
            <p:nvPr/>
          </p:nvPicPr>
          <p:blipFill>
            <a:blip r:embed="rId3" cstate="print"/>
            <a:stretch>
              <a:fillRect/>
            </a:stretch>
          </p:blipFill>
          <p:spPr>
            <a:xfrm>
              <a:off x="5194935" y="2881217"/>
              <a:ext cx="1329690" cy="1329690"/>
            </a:xfrm>
            <a:prstGeom prst="rect">
              <a:avLst/>
            </a:prstGeom>
          </p:spPr>
        </p:pic>
        <p:sp>
          <p:nvSpPr>
            <p:cNvPr id="11" name="object 7">
              <a:extLst>
                <a:ext uri="{FF2B5EF4-FFF2-40B4-BE49-F238E27FC236}">
                  <a16:creationId xmlns:a16="http://schemas.microsoft.com/office/drawing/2014/main" id="{A1F6AC72-C11E-BE5D-1403-3ECDA0D728FC}"/>
                </a:ext>
              </a:extLst>
            </p:cNvPr>
            <p:cNvSpPr txBox="1"/>
            <p:nvPr/>
          </p:nvSpPr>
          <p:spPr>
            <a:xfrm>
              <a:off x="3345758" y="4376039"/>
              <a:ext cx="1589848" cy="299359"/>
            </a:xfrm>
            <a:prstGeom prst="rect">
              <a:avLst/>
            </a:prstGeom>
          </p:spPr>
          <p:txBody>
            <a:bodyPr vert="horz" wrap="square" lIns="0" tIns="9525" rIns="0" bIns="0" rtlCol="0">
              <a:spAutoFit/>
            </a:bodyPr>
            <a:lstStyle/>
            <a:p>
              <a:pPr marL="9525">
                <a:spcBef>
                  <a:spcPts val="75"/>
                </a:spcBef>
              </a:pPr>
              <a:r>
                <a:rPr sz="1350" spc="-8" dirty="0">
                  <a:solidFill>
                    <a:srgbClr val="1B2731"/>
                  </a:solidFill>
                  <a:latin typeface="Meiryo" panose="020B0604030504040204" pitchFamily="34" charset="-128"/>
                  <a:ea typeface="Meiryo" panose="020B0604030504040204" pitchFamily="34" charset="-128"/>
                  <a:cs typeface="Yu Gothic Medium"/>
                </a:rPr>
                <a:t>まとめを作成</a:t>
              </a:r>
              <a:endParaRPr sz="1350">
                <a:solidFill>
                  <a:srgbClr val="1B2731"/>
                </a:solidFill>
                <a:latin typeface="Meiryo" panose="020B0604030504040204" pitchFamily="34" charset="-128"/>
                <a:ea typeface="Meiryo" panose="020B0604030504040204" pitchFamily="34" charset="-128"/>
                <a:cs typeface="Yu Gothic Medium"/>
              </a:endParaRPr>
            </a:p>
          </p:txBody>
        </p:sp>
        <p:sp>
          <p:nvSpPr>
            <p:cNvPr id="12" name="object 8">
              <a:extLst>
                <a:ext uri="{FF2B5EF4-FFF2-40B4-BE49-F238E27FC236}">
                  <a16:creationId xmlns:a16="http://schemas.microsoft.com/office/drawing/2014/main" id="{4EEDE7DE-DCBC-AE90-0AA0-58728D61955A}"/>
                </a:ext>
              </a:extLst>
            </p:cNvPr>
            <p:cNvSpPr txBox="1"/>
            <p:nvPr/>
          </p:nvSpPr>
          <p:spPr>
            <a:xfrm>
              <a:off x="5131601" y="4376039"/>
              <a:ext cx="1589848" cy="299359"/>
            </a:xfrm>
            <a:prstGeom prst="rect">
              <a:avLst/>
            </a:prstGeom>
          </p:spPr>
          <p:txBody>
            <a:bodyPr vert="horz" wrap="square" lIns="0" tIns="9525" rIns="0" bIns="0" rtlCol="0">
              <a:spAutoFit/>
            </a:bodyPr>
            <a:lstStyle/>
            <a:p>
              <a:pPr marL="9525">
                <a:spcBef>
                  <a:spcPts val="75"/>
                </a:spcBef>
              </a:pPr>
              <a:r>
                <a:rPr sz="1350" spc="-8" dirty="0">
                  <a:solidFill>
                    <a:srgbClr val="1B2731"/>
                  </a:solidFill>
                  <a:latin typeface="Meiryo" panose="020B0604030504040204" pitchFamily="34" charset="-128"/>
                  <a:ea typeface="Meiryo" panose="020B0604030504040204" pitchFamily="34" charset="-128"/>
                  <a:cs typeface="Yu Gothic Medium"/>
                </a:rPr>
                <a:t>まとめを修正</a:t>
              </a:r>
              <a:endParaRPr sz="1350" dirty="0">
                <a:solidFill>
                  <a:srgbClr val="1B2731"/>
                </a:solidFill>
                <a:latin typeface="Meiryo" panose="020B0604030504040204" pitchFamily="34" charset="-128"/>
                <a:ea typeface="Meiryo" panose="020B0604030504040204" pitchFamily="34" charset="-128"/>
                <a:cs typeface="Yu Gothic Medium"/>
              </a:endParaRPr>
            </a:p>
          </p:txBody>
        </p:sp>
        <p:grpSp>
          <p:nvGrpSpPr>
            <p:cNvPr id="13" name="object 9">
              <a:extLst>
                <a:ext uri="{FF2B5EF4-FFF2-40B4-BE49-F238E27FC236}">
                  <a16:creationId xmlns:a16="http://schemas.microsoft.com/office/drawing/2014/main" id="{37E1B33D-C5A6-24E7-0488-F7898EF6969E}"/>
                </a:ext>
              </a:extLst>
            </p:cNvPr>
            <p:cNvGrpSpPr/>
            <p:nvPr/>
          </p:nvGrpSpPr>
          <p:grpSpPr>
            <a:xfrm>
              <a:off x="3869245" y="2151317"/>
              <a:ext cx="2721293" cy="2224564"/>
              <a:chOff x="5158994" y="1725422"/>
              <a:chExt cx="3628390" cy="2966085"/>
            </a:xfrm>
          </p:grpSpPr>
          <p:sp>
            <p:nvSpPr>
              <p:cNvPr id="19" name="object 10">
                <a:extLst>
                  <a:ext uri="{FF2B5EF4-FFF2-40B4-BE49-F238E27FC236}">
                    <a16:creationId xmlns:a16="http://schemas.microsoft.com/office/drawing/2014/main" id="{69DB53CE-8DFD-001E-2C24-D31F42B7997B}"/>
                  </a:ext>
                </a:extLst>
              </p:cNvPr>
              <p:cNvSpPr/>
              <p:nvPr/>
            </p:nvSpPr>
            <p:spPr>
              <a:xfrm>
                <a:off x="6783171" y="2577960"/>
                <a:ext cx="2004060" cy="2113915"/>
              </a:xfrm>
              <a:custGeom>
                <a:avLst/>
                <a:gdLst/>
                <a:ahLst/>
                <a:cxnLst/>
                <a:rect l="l" t="t" r="r" b="b"/>
                <a:pathLst>
                  <a:path w="2004059" h="2113915">
                    <a:moveTo>
                      <a:pt x="2003653" y="109347"/>
                    </a:moveTo>
                    <a:lnTo>
                      <a:pt x="1995500" y="68097"/>
                    </a:lnTo>
                    <a:lnTo>
                      <a:pt x="1971319" y="31889"/>
                    </a:lnTo>
                    <a:lnTo>
                      <a:pt x="1934972" y="7924"/>
                    </a:lnTo>
                    <a:lnTo>
                      <a:pt x="1893671" y="0"/>
                    </a:lnTo>
                    <a:lnTo>
                      <a:pt x="1852383" y="8166"/>
                    </a:lnTo>
                    <a:lnTo>
                      <a:pt x="1816125" y="32397"/>
                    </a:lnTo>
                    <a:lnTo>
                      <a:pt x="976083" y="877341"/>
                    </a:lnTo>
                    <a:lnTo>
                      <a:pt x="230657" y="59321"/>
                    </a:lnTo>
                    <a:lnTo>
                      <a:pt x="195529" y="33604"/>
                    </a:lnTo>
                    <a:lnTo>
                      <a:pt x="154660" y="23672"/>
                    </a:lnTo>
                    <a:lnTo>
                      <a:pt x="113042" y="29794"/>
                    </a:lnTo>
                    <a:lnTo>
                      <a:pt x="75717" y="52209"/>
                    </a:lnTo>
                    <a:lnTo>
                      <a:pt x="49936" y="87325"/>
                    </a:lnTo>
                    <a:lnTo>
                      <a:pt x="39992" y="128155"/>
                    </a:lnTo>
                    <a:lnTo>
                      <a:pt x="46101" y="169760"/>
                    </a:lnTo>
                    <a:lnTo>
                      <a:pt x="68478" y="207149"/>
                    </a:lnTo>
                    <a:lnTo>
                      <a:pt x="821169" y="1033157"/>
                    </a:lnTo>
                    <a:lnTo>
                      <a:pt x="31902" y="1827034"/>
                    </a:lnTo>
                    <a:lnTo>
                      <a:pt x="7924" y="1863458"/>
                    </a:lnTo>
                    <a:lnTo>
                      <a:pt x="0" y="1904784"/>
                    </a:lnTo>
                    <a:lnTo>
                      <a:pt x="8166" y="1946033"/>
                    </a:lnTo>
                    <a:lnTo>
                      <a:pt x="32410" y="1982228"/>
                    </a:lnTo>
                    <a:lnTo>
                      <a:pt x="68745" y="2006206"/>
                    </a:lnTo>
                    <a:lnTo>
                      <a:pt x="110032" y="2014131"/>
                    </a:lnTo>
                    <a:lnTo>
                      <a:pt x="151282" y="2005965"/>
                    </a:lnTo>
                    <a:lnTo>
                      <a:pt x="187477" y="1981720"/>
                    </a:lnTo>
                    <a:lnTo>
                      <a:pt x="969124" y="1195514"/>
                    </a:lnTo>
                    <a:lnTo>
                      <a:pt x="1773072" y="2077732"/>
                    </a:lnTo>
                    <a:lnTo>
                      <a:pt x="1808175" y="2103513"/>
                    </a:lnTo>
                    <a:lnTo>
                      <a:pt x="1849018" y="2113457"/>
                    </a:lnTo>
                    <a:lnTo>
                      <a:pt x="1890610" y="2107349"/>
                    </a:lnTo>
                    <a:lnTo>
                      <a:pt x="1928012" y="2084971"/>
                    </a:lnTo>
                    <a:lnTo>
                      <a:pt x="1953780" y="2049805"/>
                    </a:lnTo>
                    <a:lnTo>
                      <a:pt x="1963724" y="2008924"/>
                    </a:lnTo>
                    <a:lnTo>
                      <a:pt x="1957616" y="1967306"/>
                    </a:lnTo>
                    <a:lnTo>
                      <a:pt x="1935251" y="1929904"/>
                    </a:lnTo>
                    <a:lnTo>
                      <a:pt x="1124026" y="1039698"/>
                    </a:lnTo>
                    <a:lnTo>
                      <a:pt x="1971700" y="187083"/>
                    </a:lnTo>
                    <a:lnTo>
                      <a:pt x="1995728" y="150672"/>
                    </a:lnTo>
                    <a:lnTo>
                      <a:pt x="2003653" y="109347"/>
                    </a:lnTo>
                    <a:close/>
                  </a:path>
                </a:pathLst>
              </a:custGeom>
              <a:solidFill>
                <a:srgbClr val="B02727"/>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20" name="object 11">
                <a:extLst>
                  <a:ext uri="{FF2B5EF4-FFF2-40B4-BE49-F238E27FC236}">
                    <a16:creationId xmlns:a16="http://schemas.microsoft.com/office/drawing/2014/main" id="{D3178EF1-735F-02AE-B183-3CB9217D44C4}"/>
                  </a:ext>
                </a:extLst>
              </p:cNvPr>
              <p:cNvSpPr/>
              <p:nvPr/>
            </p:nvSpPr>
            <p:spPr>
              <a:xfrm>
                <a:off x="5158994" y="1725422"/>
                <a:ext cx="2644775" cy="862330"/>
              </a:xfrm>
              <a:custGeom>
                <a:avLst/>
                <a:gdLst/>
                <a:ahLst/>
                <a:cxnLst/>
                <a:rect l="l" t="t" r="r" b="b"/>
                <a:pathLst>
                  <a:path w="2644775" h="862330">
                    <a:moveTo>
                      <a:pt x="0" y="585342"/>
                    </a:moveTo>
                    <a:lnTo>
                      <a:pt x="5079" y="862076"/>
                    </a:lnTo>
                    <a:lnTo>
                      <a:pt x="191331" y="717081"/>
                    </a:lnTo>
                    <a:lnTo>
                      <a:pt x="91215" y="717081"/>
                    </a:lnTo>
                    <a:lnTo>
                      <a:pt x="75437" y="712724"/>
                    </a:lnTo>
                    <a:lnTo>
                      <a:pt x="62507" y="702589"/>
                    </a:lnTo>
                    <a:lnTo>
                      <a:pt x="54768" y="688800"/>
                    </a:lnTo>
                    <a:lnTo>
                      <a:pt x="52792" y="673129"/>
                    </a:lnTo>
                    <a:lnTo>
                      <a:pt x="57150" y="657351"/>
                    </a:lnTo>
                    <a:lnTo>
                      <a:pt x="75284" y="621274"/>
                    </a:lnTo>
                    <a:lnTo>
                      <a:pt x="0" y="585342"/>
                    </a:lnTo>
                    <a:close/>
                  </a:path>
                  <a:path w="2644775" h="862330">
                    <a:moveTo>
                      <a:pt x="1790744" y="82676"/>
                    </a:moveTo>
                    <a:lnTo>
                      <a:pt x="1312036" y="82676"/>
                    </a:lnTo>
                    <a:lnTo>
                      <a:pt x="1381378" y="86105"/>
                    </a:lnTo>
                    <a:lnTo>
                      <a:pt x="1451228" y="92582"/>
                    </a:lnTo>
                    <a:lnTo>
                      <a:pt x="1521205" y="102235"/>
                    </a:lnTo>
                    <a:lnTo>
                      <a:pt x="1591690" y="115062"/>
                    </a:lnTo>
                    <a:lnTo>
                      <a:pt x="1662176" y="131190"/>
                    </a:lnTo>
                    <a:lnTo>
                      <a:pt x="1732533" y="150622"/>
                    </a:lnTo>
                    <a:lnTo>
                      <a:pt x="1802764" y="173354"/>
                    </a:lnTo>
                    <a:lnTo>
                      <a:pt x="1861184" y="194944"/>
                    </a:lnTo>
                    <a:lnTo>
                      <a:pt x="1918715" y="218693"/>
                    </a:lnTo>
                    <a:lnTo>
                      <a:pt x="1974977" y="244475"/>
                    </a:lnTo>
                    <a:lnTo>
                      <a:pt x="2030095" y="272288"/>
                    </a:lnTo>
                    <a:lnTo>
                      <a:pt x="2083815" y="302005"/>
                    </a:lnTo>
                    <a:lnTo>
                      <a:pt x="2136266" y="333755"/>
                    </a:lnTo>
                    <a:lnTo>
                      <a:pt x="2187321" y="367156"/>
                    </a:lnTo>
                    <a:lnTo>
                      <a:pt x="2236724" y="402463"/>
                    </a:lnTo>
                    <a:lnTo>
                      <a:pt x="2284729" y="439547"/>
                    </a:lnTo>
                    <a:lnTo>
                      <a:pt x="2330957" y="478281"/>
                    </a:lnTo>
                    <a:lnTo>
                      <a:pt x="2375534" y="518667"/>
                    </a:lnTo>
                    <a:lnTo>
                      <a:pt x="2418333" y="560577"/>
                    </a:lnTo>
                    <a:lnTo>
                      <a:pt x="2459354" y="604012"/>
                    </a:lnTo>
                    <a:lnTo>
                      <a:pt x="2498471" y="649097"/>
                    </a:lnTo>
                    <a:lnTo>
                      <a:pt x="2535428" y="695451"/>
                    </a:lnTo>
                    <a:lnTo>
                      <a:pt x="2570479" y="743203"/>
                    </a:lnTo>
                    <a:lnTo>
                      <a:pt x="2582652" y="754254"/>
                    </a:lnTo>
                    <a:lnTo>
                      <a:pt x="2597562" y="759602"/>
                    </a:lnTo>
                    <a:lnTo>
                      <a:pt x="2613378" y="758973"/>
                    </a:lnTo>
                    <a:lnTo>
                      <a:pt x="2628264" y="752093"/>
                    </a:lnTo>
                    <a:lnTo>
                      <a:pt x="2639242" y="739921"/>
                    </a:lnTo>
                    <a:lnTo>
                      <a:pt x="2644552" y="725011"/>
                    </a:lnTo>
                    <a:lnTo>
                      <a:pt x="2643909" y="709195"/>
                    </a:lnTo>
                    <a:lnTo>
                      <a:pt x="2637086" y="694436"/>
                    </a:lnTo>
                    <a:lnTo>
                      <a:pt x="2637028" y="694308"/>
                    </a:lnTo>
                    <a:lnTo>
                      <a:pt x="2599944" y="643889"/>
                    </a:lnTo>
                    <a:lnTo>
                      <a:pt x="2560701" y="594994"/>
                    </a:lnTo>
                    <a:lnTo>
                      <a:pt x="2519426" y="547369"/>
                    </a:lnTo>
                    <a:lnTo>
                      <a:pt x="2476365" y="501776"/>
                    </a:lnTo>
                    <a:lnTo>
                      <a:pt x="2430906" y="457326"/>
                    </a:lnTo>
                    <a:lnTo>
                      <a:pt x="2383916" y="414908"/>
                    </a:lnTo>
                    <a:lnTo>
                      <a:pt x="2335149" y="374141"/>
                    </a:lnTo>
                    <a:lnTo>
                      <a:pt x="2284603" y="335279"/>
                    </a:lnTo>
                    <a:lnTo>
                      <a:pt x="2232532" y="298068"/>
                    </a:lnTo>
                    <a:lnTo>
                      <a:pt x="2178938" y="263016"/>
                    </a:lnTo>
                    <a:lnTo>
                      <a:pt x="2123821" y="229742"/>
                    </a:lnTo>
                    <a:lnTo>
                      <a:pt x="2067305" y="198500"/>
                    </a:lnTo>
                    <a:lnTo>
                      <a:pt x="2009394" y="169417"/>
                    </a:lnTo>
                    <a:lnTo>
                      <a:pt x="1950211" y="142366"/>
                    </a:lnTo>
                    <a:lnTo>
                      <a:pt x="1889759" y="117475"/>
                    </a:lnTo>
                    <a:lnTo>
                      <a:pt x="1828164" y="94741"/>
                    </a:lnTo>
                    <a:lnTo>
                      <a:pt x="1790744" y="82676"/>
                    </a:lnTo>
                    <a:close/>
                  </a:path>
                  <a:path w="2644775" h="862330">
                    <a:moveTo>
                      <a:pt x="75284" y="621274"/>
                    </a:moveTo>
                    <a:lnTo>
                      <a:pt x="57150" y="657351"/>
                    </a:lnTo>
                    <a:lnTo>
                      <a:pt x="52792" y="673129"/>
                    </a:lnTo>
                    <a:lnTo>
                      <a:pt x="54768" y="688800"/>
                    </a:lnTo>
                    <a:lnTo>
                      <a:pt x="62507" y="702589"/>
                    </a:lnTo>
                    <a:lnTo>
                      <a:pt x="75437" y="712724"/>
                    </a:lnTo>
                    <a:lnTo>
                      <a:pt x="91215" y="717081"/>
                    </a:lnTo>
                    <a:lnTo>
                      <a:pt x="106886" y="715105"/>
                    </a:lnTo>
                    <a:lnTo>
                      <a:pt x="120675" y="707366"/>
                    </a:lnTo>
                    <a:lnTo>
                      <a:pt x="130809" y="694436"/>
                    </a:lnTo>
                    <a:lnTo>
                      <a:pt x="149725" y="656803"/>
                    </a:lnTo>
                    <a:lnTo>
                      <a:pt x="75284" y="621274"/>
                    </a:lnTo>
                    <a:close/>
                  </a:path>
                  <a:path w="2644775" h="862330">
                    <a:moveTo>
                      <a:pt x="149725" y="656803"/>
                    </a:moveTo>
                    <a:lnTo>
                      <a:pt x="130873" y="694308"/>
                    </a:lnTo>
                    <a:lnTo>
                      <a:pt x="91215" y="717081"/>
                    </a:lnTo>
                    <a:lnTo>
                      <a:pt x="191331" y="717081"/>
                    </a:lnTo>
                    <a:lnTo>
                      <a:pt x="223519" y="692023"/>
                    </a:lnTo>
                    <a:lnTo>
                      <a:pt x="149725" y="656803"/>
                    </a:lnTo>
                    <a:close/>
                  </a:path>
                  <a:path w="2644775" h="862330">
                    <a:moveTo>
                      <a:pt x="1239773" y="0"/>
                    </a:moveTo>
                    <a:lnTo>
                      <a:pt x="1168145" y="3048"/>
                    </a:lnTo>
                    <a:lnTo>
                      <a:pt x="1097026" y="9143"/>
                    </a:lnTo>
                    <a:lnTo>
                      <a:pt x="1026921" y="18287"/>
                    </a:lnTo>
                    <a:lnTo>
                      <a:pt x="957706" y="30606"/>
                    </a:lnTo>
                    <a:lnTo>
                      <a:pt x="889634" y="45847"/>
                    </a:lnTo>
                    <a:lnTo>
                      <a:pt x="822832" y="64135"/>
                    </a:lnTo>
                    <a:lnTo>
                      <a:pt x="757301" y="85343"/>
                    </a:lnTo>
                    <a:lnTo>
                      <a:pt x="693419" y="109347"/>
                    </a:lnTo>
                    <a:lnTo>
                      <a:pt x="630935" y="136143"/>
                    </a:lnTo>
                    <a:lnTo>
                      <a:pt x="570229" y="165862"/>
                    </a:lnTo>
                    <a:lnTo>
                      <a:pt x="511096" y="198500"/>
                    </a:lnTo>
                    <a:lnTo>
                      <a:pt x="454278" y="233552"/>
                    </a:lnTo>
                    <a:lnTo>
                      <a:pt x="399414" y="271272"/>
                    </a:lnTo>
                    <a:lnTo>
                      <a:pt x="346709" y="311785"/>
                    </a:lnTo>
                    <a:lnTo>
                      <a:pt x="296290" y="354711"/>
                    </a:lnTo>
                    <a:lnTo>
                      <a:pt x="248157" y="400303"/>
                    </a:lnTo>
                    <a:lnTo>
                      <a:pt x="202691" y="448310"/>
                    </a:lnTo>
                    <a:lnTo>
                      <a:pt x="159892" y="498728"/>
                    </a:lnTo>
                    <a:lnTo>
                      <a:pt x="119887" y="551561"/>
                    </a:lnTo>
                    <a:lnTo>
                      <a:pt x="81279" y="609345"/>
                    </a:lnTo>
                    <a:lnTo>
                      <a:pt x="75284" y="621274"/>
                    </a:lnTo>
                    <a:lnTo>
                      <a:pt x="149725" y="656803"/>
                    </a:lnTo>
                    <a:lnTo>
                      <a:pt x="154939" y="646429"/>
                    </a:lnTo>
                    <a:lnTo>
                      <a:pt x="188213" y="597788"/>
                    </a:lnTo>
                    <a:lnTo>
                      <a:pt x="225551" y="548639"/>
                    </a:lnTo>
                    <a:lnTo>
                      <a:pt x="265556" y="501776"/>
                    </a:lnTo>
                    <a:lnTo>
                      <a:pt x="308101" y="457073"/>
                    </a:lnTo>
                    <a:lnTo>
                      <a:pt x="352798" y="414908"/>
                    </a:lnTo>
                    <a:lnTo>
                      <a:pt x="400176" y="374650"/>
                    </a:lnTo>
                    <a:lnTo>
                      <a:pt x="449706" y="336803"/>
                    </a:lnTo>
                    <a:lnTo>
                      <a:pt x="501141" y="301498"/>
                    </a:lnTo>
                    <a:lnTo>
                      <a:pt x="554608" y="268604"/>
                    </a:lnTo>
                    <a:lnTo>
                      <a:pt x="609980" y="238251"/>
                    </a:lnTo>
                    <a:lnTo>
                      <a:pt x="667130" y="210438"/>
                    </a:lnTo>
                    <a:lnTo>
                      <a:pt x="726058" y="185165"/>
                    </a:lnTo>
                    <a:lnTo>
                      <a:pt x="786383" y="162560"/>
                    </a:lnTo>
                    <a:lnTo>
                      <a:pt x="848232" y="142620"/>
                    </a:lnTo>
                    <a:lnTo>
                      <a:pt x="911351" y="125475"/>
                    </a:lnTo>
                    <a:lnTo>
                      <a:pt x="975740" y="111125"/>
                    </a:lnTo>
                    <a:lnTo>
                      <a:pt x="1041272" y="99694"/>
                    </a:lnTo>
                    <a:lnTo>
                      <a:pt x="1107693" y="90931"/>
                    </a:lnTo>
                    <a:lnTo>
                      <a:pt x="1173632" y="85343"/>
                    </a:lnTo>
                    <a:lnTo>
                      <a:pt x="1171889" y="85343"/>
                    </a:lnTo>
                    <a:lnTo>
                      <a:pt x="1239961" y="82676"/>
                    </a:lnTo>
                    <a:lnTo>
                      <a:pt x="1790744" y="82676"/>
                    </a:lnTo>
                    <a:lnTo>
                      <a:pt x="1754504" y="70992"/>
                    </a:lnTo>
                    <a:lnTo>
                      <a:pt x="1680463" y="50673"/>
                    </a:lnTo>
                    <a:lnTo>
                      <a:pt x="1606296" y="33781"/>
                    </a:lnTo>
                    <a:lnTo>
                      <a:pt x="1532508" y="20447"/>
                    </a:lnTo>
                    <a:lnTo>
                      <a:pt x="1458722" y="10413"/>
                    </a:lnTo>
                    <a:lnTo>
                      <a:pt x="1385315" y="3682"/>
                    </a:lnTo>
                    <a:lnTo>
                      <a:pt x="1312290" y="253"/>
                    </a:lnTo>
                    <a:lnTo>
                      <a:pt x="1239773" y="0"/>
                    </a:lnTo>
                    <a:close/>
                  </a:path>
                </a:pathLst>
              </a:custGeom>
              <a:solidFill>
                <a:srgbClr val="FFC00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sp>
          <p:nvSpPr>
            <p:cNvPr id="14" name="object 12">
              <a:extLst>
                <a:ext uri="{FF2B5EF4-FFF2-40B4-BE49-F238E27FC236}">
                  <a16:creationId xmlns:a16="http://schemas.microsoft.com/office/drawing/2014/main" id="{13F3FC0B-61F7-85BC-9834-02F4668D39BA}"/>
                </a:ext>
              </a:extLst>
            </p:cNvPr>
            <p:cNvSpPr txBox="1"/>
            <p:nvPr/>
          </p:nvSpPr>
          <p:spPr>
            <a:xfrm>
              <a:off x="6955305" y="3215130"/>
              <a:ext cx="2498868" cy="1292146"/>
            </a:xfrm>
            <a:prstGeom prst="rect">
              <a:avLst/>
            </a:prstGeom>
          </p:spPr>
          <p:txBody>
            <a:bodyPr vert="horz" wrap="square" lIns="0" tIns="9049" rIns="0" bIns="0" rtlCol="0">
              <a:spAutoFit/>
            </a:bodyPr>
            <a:lstStyle/>
            <a:p>
              <a:pPr marL="9525" marR="3810">
                <a:lnSpc>
                  <a:spcPct val="150000"/>
                </a:lnSpc>
                <a:spcBef>
                  <a:spcPts val="71"/>
                </a:spcBef>
              </a:pPr>
              <a:r>
                <a:rPr sz="2100" spc="-30" dirty="0">
                  <a:solidFill>
                    <a:srgbClr val="1B2731"/>
                  </a:solidFill>
                  <a:latin typeface="Meiryo" panose="020B0604030504040204" pitchFamily="34" charset="-128"/>
                  <a:ea typeface="Meiryo" panose="020B0604030504040204" pitchFamily="34" charset="-128"/>
                  <a:cs typeface="Yu Gothic Medium"/>
                </a:rPr>
                <a:t>バージョンを</a:t>
              </a:r>
              <a:r>
                <a:rPr sz="2100" spc="-34" dirty="0">
                  <a:solidFill>
                    <a:srgbClr val="1B2731"/>
                  </a:solidFill>
                  <a:latin typeface="Meiryo" panose="020B0604030504040204" pitchFamily="34" charset="-128"/>
                  <a:ea typeface="Meiryo" panose="020B0604030504040204" pitchFamily="34" charset="-128"/>
                  <a:cs typeface="Yu Gothic Medium"/>
                </a:rPr>
                <a:t>簡単に戻せる</a:t>
              </a:r>
              <a:endParaRPr sz="2100" dirty="0">
                <a:solidFill>
                  <a:srgbClr val="1B2731"/>
                </a:solidFill>
                <a:latin typeface="Meiryo" panose="020B0604030504040204" pitchFamily="34" charset="-128"/>
                <a:ea typeface="Meiryo" panose="020B0604030504040204" pitchFamily="34" charset="-128"/>
                <a:cs typeface="Yu Gothic Medium"/>
              </a:endParaRPr>
            </a:p>
          </p:txBody>
        </p:sp>
        <p:sp>
          <p:nvSpPr>
            <p:cNvPr id="15" name="object 13">
              <a:extLst>
                <a:ext uri="{FF2B5EF4-FFF2-40B4-BE49-F238E27FC236}">
                  <a16:creationId xmlns:a16="http://schemas.microsoft.com/office/drawing/2014/main" id="{9346F96A-1C36-00F2-60C9-AFE9E98589D3}"/>
                </a:ext>
              </a:extLst>
            </p:cNvPr>
            <p:cNvSpPr/>
            <p:nvPr/>
          </p:nvSpPr>
          <p:spPr>
            <a:xfrm>
              <a:off x="1051561" y="4693444"/>
              <a:ext cx="6386036" cy="515303"/>
            </a:xfrm>
            <a:custGeom>
              <a:avLst/>
              <a:gdLst/>
              <a:ahLst/>
              <a:cxnLst/>
              <a:rect l="l" t="t" r="r" b="b"/>
              <a:pathLst>
                <a:path w="8514715" h="687070">
                  <a:moveTo>
                    <a:pt x="8514461" y="344551"/>
                  </a:moveTo>
                  <a:lnTo>
                    <a:pt x="8417115" y="287769"/>
                  </a:lnTo>
                  <a:lnTo>
                    <a:pt x="8417115" y="398424"/>
                  </a:lnTo>
                  <a:lnTo>
                    <a:pt x="8392896" y="414756"/>
                  </a:lnTo>
                  <a:lnTo>
                    <a:pt x="8399437" y="410337"/>
                  </a:lnTo>
                  <a:lnTo>
                    <a:pt x="8417115" y="398424"/>
                  </a:lnTo>
                  <a:lnTo>
                    <a:pt x="8417115" y="287769"/>
                  </a:lnTo>
                  <a:lnTo>
                    <a:pt x="8383841" y="268351"/>
                  </a:lnTo>
                  <a:lnTo>
                    <a:pt x="7944358" y="11938"/>
                  </a:lnTo>
                  <a:lnTo>
                    <a:pt x="7915745" y="2222"/>
                  </a:lnTo>
                  <a:lnTo>
                    <a:pt x="7886611" y="4127"/>
                  </a:lnTo>
                  <a:lnTo>
                    <a:pt x="7860322" y="16802"/>
                  </a:lnTo>
                  <a:lnTo>
                    <a:pt x="7840218" y="39370"/>
                  </a:lnTo>
                  <a:lnTo>
                    <a:pt x="7830426" y="68059"/>
                  </a:lnTo>
                  <a:lnTo>
                    <a:pt x="7832306" y="97218"/>
                  </a:lnTo>
                  <a:lnTo>
                    <a:pt x="7844993" y="123532"/>
                  </a:lnTo>
                  <a:lnTo>
                    <a:pt x="7867650" y="143637"/>
                  </a:lnTo>
                  <a:lnTo>
                    <a:pt x="8081442" y="268351"/>
                  </a:lnTo>
                  <a:lnTo>
                    <a:pt x="6765137" y="268351"/>
                  </a:lnTo>
                  <a:lnTo>
                    <a:pt x="6740944" y="190995"/>
                  </a:lnTo>
                  <a:lnTo>
                    <a:pt x="6718440" y="150406"/>
                  </a:lnTo>
                  <a:lnTo>
                    <a:pt x="6690639" y="113563"/>
                  </a:lnTo>
                  <a:lnTo>
                    <a:pt x="6658076" y="81000"/>
                  </a:lnTo>
                  <a:lnTo>
                    <a:pt x="6621234" y="53200"/>
                  </a:lnTo>
                  <a:lnTo>
                    <a:pt x="6580645" y="30695"/>
                  </a:lnTo>
                  <a:lnTo>
                    <a:pt x="6536804" y="13982"/>
                  </a:lnTo>
                  <a:lnTo>
                    <a:pt x="6490233" y="3581"/>
                  </a:lnTo>
                  <a:lnTo>
                    <a:pt x="6441440" y="0"/>
                  </a:lnTo>
                  <a:lnTo>
                    <a:pt x="6392634" y="3581"/>
                  </a:lnTo>
                  <a:lnTo>
                    <a:pt x="6346063" y="13982"/>
                  </a:lnTo>
                  <a:lnTo>
                    <a:pt x="6302222" y="30695"/>
                  </a:lnTo>
                  <a:lnTo>
                    <a:pt x="6261633" y="53200"/>
                  </a:lnTo>
                  <a:lnTo>
                    <a:pt x="6224790" y="81000"/>
                  </a:lnTo>
                  <a:lnTo>
                    <a:pt x="6192228" y="113563"/>
                  </a:lnTo>
                  <a:lnTo>
                    <a:pt x="6164427" y="150406"/>
                  </a:lnTo>
                  <a:lnTo>
                    <a:pt x="6141923" y="190995"/>
                  </a:lnTo>
                  <a:lnTo>
                    <a:pt x="6125210" y="234835"/>
                  </a:lnTo>
                  <a:lnTo>
                    <a:pt x="6117717" y="268351"/>
                  </a:lnTo>
                  <a:lnTo>
                    <a:pt x="4362297" y="268351"/>
                  </a:lnTo>
                  <a:lnTo>
                    <a:pt x="4338104" y="190995"/>
                  </a:lnTo>
                  <a:lnTo>
                    <a:pt x="4315599" y="150406"/>
                  </a:lnTo>
                  <a:lnTo>
                    <a:pt x="4287799" y="113563"/>
                  </a:lnTo>
                  <a:lnTo>
                    <a:pt x="4255236" y="81000"/>
                  </a:lnTo>
                  <a:lnTo>
                    <a:pt x="4218394" y="53200"/>
                  </a:lnTo>
                  <a:lnTo>
                    <a:pt x="4177804" y="30695"/>
                  </a:lnTo>
                  <a:lnTo>
                    <a:pt x="4133964" y="13982"/>
                  </a:lnTo>
                  <a:lnTo>
                    <a:pt x="4087393" y="3581"/>
                  </a:lnTo>
                  <a:lnTo>
                    <a:pt x="4038600" y="0"/>
                  </a:lnTo>
                  <a:lnTo>
                    <a:pt x="3989794" y="3581"/>
                  </a:lnTo>
                  <a:lnTo>
                    <a:pt x="3943223" y="13982"/>
                  </a:lnTo>
                  <a:lnTo>
                    <a:pt x="3899382" y="30695"/>
                  </a:lnTo>
                  <a:lnTo>
                    <a:pt x="3858793" y="53200"/>
                  </a:lnTo>
                  <a:lnTo>
                    <a:pt x="3821950" y="81000"/>
                  </a:lnTo>
                  <a:lnTo>
                    <a:pt x="3789388" y="113563"/>
                  </a:lnTo>
                  <a:lnTo>
                    <a:pt x="3761587" y="150406"/>
                  </a:lnTo>
                  <a:lnTo>
                    <a:pt x="3739083" y="190995"/>
                  </a:lnTo>
                  <a:lnTo>
                    <a:pt x="3722370" y="234835"/>
                  </a:lnTo>
                  <a:lnTo>
                    <a:pt x="3714877" y="268351"/>
                  </a:lnTo>
                  <a:lnTo>
                    <a:pt x="1829257" y="268351"/>
                  </a:lnTo>
                  <a:lnTo>
                    <a:pt x="1808264" y="205346"/>
                  </a:lnTo>
                  <a:lnTo>
                    <a:pt x="1785759" y="164757"/>
                  </a:lnTo>
                  <a:lnTo>
                    <a:pt x="1757959" y="127914"/>
                  </a:lnTo>
                  <a:lnTo>
                    <a:pt x="1725396" y="95351"/>
                  </a:lnTo>
                  <a:lnTo>
                    <a:pt x="1688553" y="67551"/>
                  </a:lnTo>
                  <a:lnTo>
                    <a:pt x="1647964" y="45046"/>
                  </a:lnTo>
                  <a:lnTo>
                    <a:pt x="1604124" y="28333"/>
                  </a:lnTo>
                  <a:lnTo>
                    <a:pt x="1557553" y="17932"/>
                  </a:lnTo>
                  <a:lnTo>
                    <a:pt x="1508760" y="14351"/>
                  </a:lnTo>
                  <a:lnTo>
                    <a:pt x="1459953" y="17932"/>
                  </a:lnTo>
                  <a:lnTo>
                    <a:pt x="1413383" y="28333"/>
                  </a:lnTo>
                  <a:lnTo>
                    <a:pt x="1369542" y="45046"/>
                  </a:lnTo>
                  <a:lnTo>
                    <a:pt x="1328953" y="67551"/>
                  </a:lnTo>
                  <a:lnTo>
                    <a:pt x="1292110" y="95351"/>
                  </a:lnTo>
                  <a:lnTo>
                    <a:pt x="1259547" y="127914"/>
                  </a:lnTo>
                  <a:lnTo>
                    <a:pt x="1231747" y="164757"/>
                  </a:lnTo>
                  <a:lnTo>
                    <a:pt x="1209243" y="205346"/>
                  </a:lnTo>
                  <a:lnTo>
                    <a:pt x="1192530" y="249186"/>
                  </a:lnTo>
                  <a:lnTo>
                    <a:pt x="1188237" y="268351"/>
                  </a:lnTo>
                  <a:lnTo>
                    <a:pt x="76200" y="268351"/>
                  </a:lnTo>
                  <a:lnTo>
                    <a:pt x="46558" y="274332"/>
                  </a:lnTo>
                  <a:lnTo>
                    <a:pt x="22326" y="290639"/>
                  </a:lnTo>
                  <a:lnTo>
                    <a:pt x="5994" y="314858"/>
                  </a:lnTo>
                  <a:lnTo>
                    <a:pt x="0" y="344551"/>
                  </a:lnTo>
                  <a:lnTo>
                    <a:pt x="5994" y="374192"/>
                  </a:lnTo>
                  <a:lnTo>
                    <a:pt x="22326" y="398424"/>
                  </a:lnTo>
                  <a:lnTo>
                    <a:pt x="46558" y="414756"/>
                  </a:lnTo>
                  <a:lnTo>
                    <a:pt x="76200" y="420751"/>
                  </a:lnTo>
                  <a:lnTo>
                    <a:pt x="1188237" y="420751"/>
                  </a:lnTo>
                  <a:lnTo>
                    <a:pt x="1192530" y="439915"/>
                  </a:lnTo>
                  <a:lnTo>
                    <a:pt x="1209243" y="483743"/>
                  </a:lnTo>
                  <a:lnTo>
                    <a:pt x="1231747" y="524332"/>
                  </a:lnTo>
                  <a:lnTo>
                    <a:pt x="1259547" y="561162"/>
                  </a:lnTo>
                  <a:lnTo>
                    <a:pt x="1292110" y="593737"/>
                  </a:lnTo>
                  <a:lnTo>
                    <a:pt x="1328953" y="621525"/>
                  </a:lnTo>
                  <a:lnTo>
                    <a:pt x="1369542" y="644029"/>
                  </a:lnTo>
                  <a:lnTo>
                    <a:pt x="1413383" y="660742"/>
                  </a:lnTo>
                  <a:lnTo>
                    <a:pt x="1459953" y="671144"/>
                  </a:lnTo>
                  <a:lnTo>
                    <a:pt x="1508760" y="674712"/>
                  </a:lnTo>
                  <a:lnTo>
                    <a:pt x="1557553" y="671144"/>
                  </a:lnTo>
                  <a:lnTo>
                    <a:pt x="1604124" y="660742"/>
                  </a:lnTo>
                  <a:lnTo>
                    <a:pt x="1647964" y="644029"/>
                  </a:lnTo>
                  <a:lnTo>
                    <a:pt x="1688553" y="621525"/>
                  </a:lnTo>
                  <a:lnTo>
                    <a:pt x="1725396" y="593737"/>
                  </a:lnTo>
                  <a:lnTo>
                    <a:pt x="1757959" y="561162"/>
                  </a:lnTo>
                  <a:lnTo>
                    <a:pt x="1785759" y="524332"/>
                  </a:lnTo>
                  <a:lnTo>
                    <a:pt x="1808264" y="483743"/>
                  </a:lnTo>
                  <a:lnTo>
                    <a:pt x="1824977" y="439915"/>
                  </a:lnTo>
                  <a:lnTo>
                    <a:pt x="1829257" y="420751"/>
                  </a:lnTo>
                  <a:lnTo>
                    <a:pt x="3721290" y="420751"/>
                  </a:lnTo>
                  <a:lnTo>
                    <a:pt x="3739083" y="469404"/>
                  </a:lnTo>
                  <a:lnTo>
                    <a:pt x="3761587" y="510006"/>
                  </a:lnTo>
                  <a:lnTo>
                    <a:pt x="3789388" y="546836"/>
                  </a:lnTo>
                  <a:lnTo>
                    <a:pt x="3821950" y="579412"/>
                  </a:lnTo>
                  <a:lnTo>
                    <a:pt x="3858793" y="607212"/>
                  </a:lnTo>
                  <a:lnTo>
                    <a:pt x="3899382" y="629716"/>
                  </a:lnTo>
                  <a:lnTo>
                    <a:pt x="3943223" y="646430"/>
                  </a:lnTo>
                  <a:lnTo>
                    <a:pt x="3989794" y="656831"/>
                  </a:lnTo>
                  <a:lnTo>
                    <a:pt x="4038600" y="660400"/>
                  </a:lnTo>
                  <a:lnTo>
                    <a:pt x="4087393" y="656831"/>
                  </a:lnTo>
                  <a:lnTo>
                    <a:pt x="4133964" y="646430"/>
                  </a:lnTo>
                  <a:lnTo>
                    <a:pt x="4177804" y="629716"/>
                  </a:lnTo>
                  <a:lnTo>
                    <a:pt x="4218394" y="607212"/>
                  </a:lnTo>
                  <a:lnTo>
                    <a:pt x="4255236" y="579412"/>
                  </a:lnTo>
                  <a:lnTo>
                    <a:pt x="4287799" y="546836"/>
                  </a:lnTo>
                  <a:lnTo>
                    <a:pt x="4315599" y="510006"/>
                  </a:lnTo>
                  <a:lnTo>
                    <a:pt x="4338104" y="469404"/>
                  </a:lnTo>
                  <a:lnTo>
                    <a:pt x="4354817" y="425564"/>
                  </a:lnTo>
                  <a:lnTo>
                    <a:pt x="4355884" y="420751"/>
                  </a:lnTo>
                  <a:lnTo>
                    <a:pt x="6124130" y="420751"/>
                  </a:lnTo>
                  <a:lnTo>
                    <a:pt x="6141923" y="469404"/>
                  </a:lnTo>
                  <a:lnTo>
                    <a:pt x="6164427" y="510006"/>
                  </a:lnTo>
                  <a:lnTo>
                    <a:pt x="6192228" y="546836"/>
                  </a:lnTo>
                  <a:lnTo>
                    <a:pt x="6224790" y="579412"/>
                  </a:lnTo>
                  <a:lnTo>
                    <a:pt x="6261633" y="607212"/>
                  </a:lnTo>
                  <a:lnTo>
                    <a:pt x="6302222" y="629716"/>
                  </a:lnTo>
                  <a:lnTo>
                    <a:pt x="6346063" y="646430"/>
                  </a:lnTo>
                  <a:lnTo>
                    <a:pt x="6392634" y="656831"/>
                  </a:lnTo>
                  <a:lnTo>
                    <a:pt x="6441440" y="660400"/>
                  </a:lnTo>
                  <a:lnTo>
                    <a:pt x="6490233" y="656831"/>
                  </a:lnTo>
                  <a:lnTo>
                    <a:pt x="6536804" y="646430"/>
                  </a:lnTo>
                  <a:lnTo>
                    <a:pt x="6580645" y="629716"/>
                  </a:lnTo>
                  <a:lnTo>
                    <a:pt x="6621234" y="607212"/>
                  </a:lnTo>
                  <a:lnTo>
                    <a:pt x="6658076" y="579412"/>
                  </a:lnTo>
                  <a:lnTo>
                    <a:pt x="6690639" y="546836"/>
                  </a:lnTo>
                  <a:lnTo>
                    <a:pt x="6718440" y="510006"/>
                  </a:lnTo>
                  <a:lnTo>
                    <a:pt x="6740944" y="469404"/>
                  </a:lnTo>
                  <a:lnTo>
                    <a:pt x="6757657" y="425564"/>
                  </a:lnTo>
                  <a:lnTo>
                    <a:pt x="6758724" y="420751"/>
                  </a:lnTo>
                  <a:lnTo>
                    <a:pt x="8081277" y="420751"/>
                  </a:lnTo>
                  <a:lnTo>
                    <a:pt x="7867650" y="545401"/>
                  </a:lnTo>
                  <a:lnTo>
                    <a:pt x="7844993" y="565518"/>
                  </a:lnTo>
                  <a:lnTo>
                    <a:pt x="7832306" y="591832"/>
                  </a:lnTo>
                  <a:lnTo>
                    <a:pt x="7830426" y="620979"/>
                  </a:lnTo>
                  <a:lnTo>
                    <a:pt x="7840218" y="649617"/>
                  </a:lnTo>
                  <a:lnTo>
                    <a:pt x="7860322" y="672223"/>
                  </a:lnTo>
                  <a:lnTo>
                    <a:pt x="7886611" y="684911"/>
                  </a:lnTo>
                  <a:lnTo>
                    <a:pt x="7915745" y="686816"/>
                  </a:lnTo>
                  <a:lnTo>
                    <a:pt x="7944358" y="677037"/>
                  </a:lnTo>
                  <a:lnTo>
                    <a:pt x="8383791" y="420751"/>
                  </a:lnTo>
                  <a:lnTo>
                    <a:pt x="8514461" y="344551"/>
                  </a:lnTo>
                  <a:close/>
                </a:path>
              </a:pathLst>
            </a:custGeom>
            <a:solidFill>
              <a:srgbClr val="20B782"/>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16" name="object 14">
              <a:extLst>
                <a:ext uri="{FF2B5EF4-FFF2-40B4-BE49-F238E27FC236}">
                  <a16:creationId xmlns:a16="http://schemas.microsoft.com/office/drawing/2014/main" id="{06339705-27B1-143D-2331-E2A6C25C2824}"/>
                </a:ext>
              </a:extLst>
            </p:cNvPr>
            <p:cNvSpPr txBox="1"/>
            <p:nvPr/>
          </p:nvSpPr>
          <p:spPr>
            <a:xfrm>
              <a:off x="1804816" y="5368633"/>
              <a:ext cx="979361" cy="299359"/>
            </a:xfrm>
            <a:prstGeom prst="rect">
              <a:avLst/>
            </a:prstGeom>
          </p:spPr>
          <p:txBody>
            <a:bodyPr vert="horz" wrap="square" lIns="0" tIns="9525" rIns="0" bIns="0" rtlCol="0">
              <a:spAutoFit/>
            </a:bodyPr>
            <a:lstStyle/>
            <a:p>
              <a:pPr marL="9525">
                <a:spcBef>
                  <a:spcPts val="75"/>
                </a:spcBef>
              </a:pPr>
              <a:r>
                <a:rPr sz="1350" dirty="0">
                  <a:solidFill>
                    <a:srgbClr val="1B2731"/>
                  </a:solidFill>
                  <a:latin typeface="Meiryo" panose="020B0604030504040204" pitchFamily="34" charset="-128"/>
                  <a:ea typeface="Meiryo" panose="020B0604030504040204" pitchFamily="34" charset="-128"/>
                  <a:cs typeface="Yu Gothic Medium"/>
                </a:rPr>
                <a:t>セーブ</a:t>
              </a:r>
              <a:r>
                <a:rPr sz="1350" spc="-38" dirty="0">
                  <a:solidFill>
                    <a:srgbClr val="1B2731"/>
                  </a:solidFill>
                  <a:latin typeface="Meiryo" panose="020B0604030504040204" pitchFamily="34" charset="-128"/>
                  <a:ea typeface="Meiryo" panose="020B0604030504040204" pitchFamily="34" charset="-128"/>
                  <a:cs typeface="Yu Gothic Medium"/>
                </a:rPr>
                <a:t>1</a:t>
              </a:r>
              <a:endParaRPr sz="1350">
                <a:solidFill>
                  <a:srgbClr val="1B2731"/>
                </a:solidFill>
                <a:latin typeface="Meiryo" panose="020B0604030504040204" pitchFamily="34" charset="-128"/>
                <a:ea typeface="Meiryo" panose="020B0604030504040204" pitchFamily="34" charset="-128"/>
                <a:cs typeface="Yu Gothic Medium"/>
              </a:endParaRPr>
            </a:p>
          </p:txBody>
        </p:sp>
        <p:sp>
          <p:nvSpPr>
            <p:cNvPr id="17" name="object 15">
              <a:extLst>
                <a:ext uri="{FF2B5EF4-FFF2-40B4-BE49-F238E27FC236}">
                  <a16:creationId xmlns:a16="http://schemas.microsoft.com/office/drawing/2014/main" id="{CABE9E4A-4BF8-34B3-B1D3-A1A197A6CD89}"/>
                </a:ext>
              </a:extLst>
            </p:cNvPr>
            <p:cNvSpPr txBox="1"/>
            <p:nvPr/>
          </p:nvSpPr>
          <p:spPr>
            <a:xfrm>
              <a:off x="3702483" y="5352857"/>
              <a:ext cx="980104" cy="299359"/>
            </a:xfrm>
            <a:prstGeom prst="rect">
              <a:avLst/>
            </a:prstGeom>
          </p:spPr>
          <p:txBody>
            <a:bodyPr vert="horz" wrap="square" lIns="0" tIns="9525" rIns="0" bIns="0" rtlCol="0">
              <a:spAutoFit/>
            </a:bodyPr>
            <a:lstStyle/>
            <a:p>
              <a:pPr marL="9525">
                <a:spcBef>
                  <a:spcPts val="75"/>
                </a:spcBef>
              </a:pPr>
              <a:r>
                <a:rPr sz="1350" spc="-8" dirty="0">
                  <a:solidFill>
                    <a:srgbClr val="1B2731"/>
                  </a:solidFill>
                  <a:latin typeface="Meiryo" panose="020B0604030504040204" pitchFamily="34" charset="-128"/>
                  <a:ea typeface="Meiryo" panose="020B0604030504040204" pitchFamily="34" charset="-128"/>
                  <a:cs typeface="Yu Gothic Medium"/>
                </a:rPr>
                <a:t>セーブ</a:t>
              </a:r>
              <a:r>
                <a:rPr sz="1350" spc="-38" dirty="0">
                  <a:solidFill>
                    <a:srgbClr val="1B2731"/>
                  </a:solidFill>
                  <a:latin typeface="Meiryo" panose="020B0604030504040204" pitchFamily="34" charset="-128"/>
                  <a:ea typeface="Meiryo" panose="020B0604030504040204" pitchFamily="34" charset="-128"/>
                  <a:cs typeface="Yu Gothic Medium"/>
                </a:rPr>
                <a:t>2</a:t>
              </a:r>
              <a:endParaRPr sz="1350">
                <a:solidFill>
                  <a:srgbClr val="1B2731"/>
                </a:solidFill>
                <a:latin typeface="Meiryo" panose="020B0604030504040204" pitchFamily="34" charset="-128"/>
                <a:ea typeface="Meiryo" panose="020B0604030504040204" pitchFamily="34" charset="-128"/>
                <a:cs typeface="Yu Gothic Medium"/>
              </a:endParaRPr>
            </a:p>
          </p:txBody>
        </p:sp>
        <p:sp>
          <p:nvSpPr>
            <p:cNvPr id="18" name="object 16">
              <a:extLst>
                <a:ext uri="{FF2B5EF4-FFF2-40B4-BE49-F238E27FC236}">
                  <a16:creationId xmlns:a16="http://schemas.microsoft.com/office/drawing/2014/main" id="{BC02C4A4-8F79-AFB5-4DBF-87FF0C839FE0}"/>
                </a:ext>
              </a:extLst>
            </p:cNvPr>
            <p:cNvSpPr txBox="1"/>
            <p:nvPr/>
          </p:nvSpPr>
          <p:spPr>
            <a:xfrm>
              <a:off x="5504992" y="5347143"/>
              <a:ext cx="979361" cy="299359"/>
            </a:xfrm>
            <a:prstGeom prst="rect">
              <a:avLst/>
            </a:prstGeom>
          </p:spPr>
          <p:txBody>
            <a:bodyPr vert="horz" wrap="square" lIns="0" tIns="9525" rIns="0" bIns="0" rtlCol="0">
              <a:spAutoFit/>
            </a:bodyPr>
            <a:lstStyle/>
            <a:p>
              <a:pPr marL="9525">
                <a:spcBef>
                  <a:spcPts val="75"/>
                </a:spcBef>
              </a:pPr>
              <a:r>
                <a:rPr sz="1350" dirty="0">
                  <a:solidFill>
                    <a:srgbClr val="1B2731"/>
                  </a:solidFill>
                  <a:latin typeface="Meiryo" panose="020B0604030504040204" pitchFamily="34" charset="-128"/>
                  <a:ea typeface="Meiryo" panose="020B0604030504040204" pitchFamily="34" charset="-128"/>
                  <a:cs typeface="Yu Gothic Medium"/>
                </a:rPr>
                <a:t>セーブ</a:t>
              </a:r>
              <a:r>
                <a:rPr sz="1350" spc="-38" dirty="0">
                  <a:solidFill>
                    <a:srgbClr val="1B2731"/>
                  </a:solidFill>
                  <a:latin typeface="Meiryo" panose="020B0604030504040204" pitchFamily="34" charset="-128"/>
                  <a:ea typeface="Meiryo" panose="020B0604030504040204" pitchFamily="34" charset="-128"/>
                  <a:cs typeface="Yu Gothic Medium"/>
                </a:rPr>
                <a:t>3</a:t>
              </a:r>
              <a:endParaRPr sz="1350">
                <a:solidFill>
                  <a:srgbClr val="1B2731"/>
                </a:solidFill>
                <a:latin typeface="Meiryo" panose="020B0604030504040204" pitchFamily="34" charset="-128"/>
                <a:ea typeface="Meiryo" panose="020B0604030504040204" pitchFamily="34" charset="-128"/>
                <a:cs typeface="Yu Gothic Medium"/>
              </a:endParaRPr>
            </a:p>
          </p:txBody>
        </p:sp>
      </p:grpSp>
      <p:sp>
        <p:nvSpPr>
          <p:cNvPr id="23" name="object 7">
            <a:extLst>
              <a:ext uri="{FF2B5EF4-FFF2-40B4-BE49-F238E27FC236}">
                <a16:creationId xmlns:a16="http://schemas.microsoft.com/office/drawing/2014/main" id="{A9E6404C-0CD7-7B29-16C0-1EC0B8D79BA7}"/>
              </a:ext>
            </a:extLst>
          </p:cNvPr>
          <p:cNvSpPr txBox="1">
            <a:spLocks/>
          </p:cNvSpPr>
          <p:nvPr/>
        </p:nvSpPr>
        <p:spPr>
          <a:xfrm>
            <a:off x="304800" y="76200"/>
            <a:ext cx="4501277"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spc="172" dirty="0">
                <a:solidFill>
                  <a:srgbClr val="1B2731"/>
                </a:solidFill>
                <a:latin typeface="Meiryo" panose="020B0604030504040204" pitchFamily="34" charset="-128"/>
              </a:rPr>
              <a:t>Git</a:t>
            </a:r>
            <a:r>
              <a:rPr lang="ja-JP" altLang="en-US" sz="3600" spc="135">
                <a:solidFill>
                  <a:srgbClr val="1B2731"/>
                </a:solidFill>
                <a:latin typeface="Meiryo" panose="020B0604030504040204" pitchFamily="34" charset="-128"/>
              </a:rPr>
              <a:t>とは？</a:t>
            </a:r>
            <a:endParaRPr lang="ja-JP" altLang="en-US" sz="3600" dirty="0">
              <a:solidFill>
                <a:srgbClr val="1B2731"/>
              </a:solidFill>
              <a:latin typeface="Meiryo" panose="020B0604030504040204" pitchFamily="34" charset="-128"/>
            </a:endParaRPr>
          </a:p>
        </p:txBody>
      </p:sp>
    </p:spTree>
    <p:extLst>
      <p:ext uri="{BB962C8B-B14F-4D97-AF65-F5344CB8AC3E}">
        <p14:creationId xmlns:p14="http://schemas.microsoft.com/office/powerpoint/2010/main" val="849079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A70CB-6957-939D-35FB-3A7230A36588}"/>
            </a:ext>
          </a:extLst>
        </p:cNvPr>
        <p:cNvGrpSpPr/>
        <p:nvPr/>
      </p:nvGrpSpPr>
      <p:grpSpPr>
        <a:xfrm>
          <a:off x="0" y="0"/>
          <a:ext cx="0" cy="0"/>
          <a:chOff x="0" y="0"/>
          <a:chExt cx="0" cy="0"/>
        </a:xfrm>
      </p:grpSpPr>
      <p:pic>
        <p:nvPicPr>
          <p:cNvPr id="1026" name="Picture 2" descr="Git - Logo Downloads">
            <a:extLst>
              <a:ext uri="{FF2B5EF4-FFF2-40B4-BE49-F238E27FC236}">
                <a16:creationId xmlns:a16="http://schemas.microsoft.com/office/drawing/2014/main" id="{9F00A48C-3AAA-0A30-E92B-3AFC8CF6B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192" y="938909"/>
            <a:ext cx="1240108" cy="67972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5">
            <a:extLst>
              <a:ext uri="{FF2B5EF4-FFF2-40B4-BE49-F238E27FC236}">
                <a16:creationId xmlns:a16="http://schemas.microsoft.com/office/drawing/2014/main" id="{FA3752BB-AB1B-F885-CDE7-16FA0DF818A4}"/>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4</a:t>
            </a:fld>
            <a:endParaRPr kumimoji="1" lang="ja-JP" altLang="en-US"/>
          </a:p>
        </p:txBody>
      </p:sp>
      <p:pic>
        <p:nvPicPr>
          <p:cNvPr id="21" name="図 20" descr="グラフィカル ユーザー インターフェイス, テキスト, アプリケーション, メール, Teams&#10;&#10;AI 生成コンテンツは誤りを含む可能性があります。">
            <a:extLst>
              <a:ext uri="{FF2B5EF4-FFF2-40B4-BE49-F238E27FC236}">
                <a16:creationId xmlns:a16="http://schemas.microsoft.com/office/drawing/2014/main" id="{A33E65BB-7EDD-4AA8-14F8-C7C493004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6" y="1676400"/>
            <a:ext cx="8758403" cy="4738052"/>
          </a:xfrm>
          <a:prstGeom prst="rect">
            <a:avLst/>
          </a:prstGeom>
        </p:spPr>
      </p:pic>
      <p:sp>
        <p:nvSpPr>
          <p:cNvPr id="23" name="テキスト ボックス 22">
            <a:extLst>
              <a:ext uri="{FF2B5EF4-FFF2-40B4-BE49-F238E27FC236}">
                <a16:creationId xmlns:a16="http://schemas.microsoft.com/office/drawing/2014/main" id="{46B6E6B0-7C14-DC8E-4DB4-D9FCCAE38E1B}"/>
              </a:ext>
            </a:extLst>
          </p:cNvPr>
          <p:cNvSpPr txBox="1"/>
          <p:nvPr/>
        </p:nvSpPr>
        <p:spPr>
          <a:xfrm>
            <a:off x="85139" y="1000451"/>
            <a:ext cx="7315200" cy="461665"/>
          </a:xfrm>
          <a:prstGeom prst="rect">
            <a:avLst/>
          </a:prstGeom>
          <a:noFill/>
        </p:spPr>
        <p:txBody>
          <a:bodyPr wrap="square">
            <a:spAutoFit/>
          </a:bodyPr>
          <a:lstStyle/>
          <a:p>
            <a:r>
              <a:rPr lang="ja-JP" altLang="en-US" sz="1200">
                <a:hlinkClick r:id="rId4"/>
              </a:rPr>
              <a:t>https://github.com/Hibikino-Musashi-Home/RoboCup-TDP/commits/2026_incheon/?before=7f3a9f7bd4b36ba31926a824ed312bfa68c25192+70</a:t>
            </a:r>
            <a:endParaRPr lang="en-US" altLang="ja-JP" sz="1200" dirty="0"/>
          </a:p>
        </p:txBody>
      </p:sp>
      <p:sp>
        <p:nvSpPr>
          <p:cNvPr id="24" name="テキスト ボックス 23">
            <a:extLst>
              <a:ext uri="{FF2B5EF4-FFF2-40B4-BE49-F238E27FC236}">
                <a16:creationId xmlns:a16="http://schemas.microsoft.com/office/drawing/2014/main" id="{443072DA-63EF-74CE-0B91-76195B23589E}"/>
              </a:ext>
            </a:extLst>
          </p:cNvPr>
          <p:cNvSpPr txBox="1"/>
          <p:nvPr/>
        </p:nvSpPr>
        <p:spPr>
          <a:xfrm>
            <a:off x="2696915" y="200812"/>
            <a:ext cx="6154249" cy="461665"/>
          </a:xfrm>
          <a:prstGeom prst="rect">
            <a:avLst/>
          </a:prstGeom>
          <a:noFill/>
        </p:spPr>
        <p:txBody>
          <a:bodyPr wrap="none" rtlCol="0">
            <a:spAutoFit/>
          </a:bodyPr>
          <a:lstStyle/>
          <a:p>
            <a:r>
              <a:rPr kumimoji="1" lang="ja-JP" altLang="en-US" sz="2400" b="1">
                <a:solidFill>
                  <a:srgbClr val="FF0000"/>
                </a:solidFill>
              </a:rPr>
              <a:t>誰がどんな変更をいつしたのか，一目瞭然</a:t>
            </a:r>
          </a:p>
        </p:txBody>
      </p:sp>
      <p:sp>
        <p:nvSpPr>
          <p:cNvPr id="25" name="テキスト ボックス 24">
            <a:extLst>
              <a:ext uri="{FF2B5EF4-FFF2-40B4-BE49-F238E27FC236}">
                <a16:creationId xmlns:a16="http://schemas.microsoft.com/office/drawing/2014/main" id="{75310975-4FD1-9FC0-4CFC-0EE4644EEE53}"/>
              </a:ext>
            </a:extLst>
          </p:cNvPr>
          <p:cNvSpPr txBox="1"/>
          <p:nvPr/>
        </p:nvSpPr>
        <p:spPr>
          <a:xfrm>
            <a:off x="4362777" y="3429000"/>
            <a:ext cx="2723823" cy="923330"/>
          </a:xfrm>
          <a:prstGeom prst="rect">
            <a:avLst/>
          </a:prstGeom>
          <a:noFill/>
        </p:spPr>
        <p:txBody>
          <a:bodyPr wrap="none" rtlCol="0">
            <a:spAutoFit/>
          </a:bodyPr>
          <a:lstStyle/>
          <a:p>
            <a:r>
              <a:rPr kumimoji="1" lang="ja-JP" altLang="en-US"/>
              <a:t>この変更点すべてに</a:t>
            </a:r>
            <a:endParaRPr kumimoji="1" lang="en-US" altLang="ja-JP" dirty="0"/>
          </a:p>
          <a:p>
            <a:r>
              <a:rPr kumimoji="1" lang="ja-JP" altLang="en-US"/>
              <a:t>その時点でのファイルが</a:t>
            </a:r>
            <a:endParaRPr kumimoji="1" lang="en-US" altLang="ja-JP" dirty="0"/>
          </a:p>
          <a:p>
            <a:r>
              <a:rPr kumimoji="1" lang="ja-JP" altLang="en-US"/>
              <a:t>サーバに保存されている</a:t>
            </a:r>
          </a:p>
        </p:txBody>
      </p:sp>
      <p:sp>
        <p:nvSpPr>
          <p:cNvPr id="26" name="object 7">
            <a:extLst>
              <a:ext uri="{FF2B5EF4-FFF2-40B4-BE49-F238E27FC236}">
                <a16:creationId xmlns:a16="http://schemas.microsoft.com/office/drawing/2014/main" id="{EAB1E1D6-4B3C-A21F-3502-62F82F57C308}"/>
              </a:ext>
            </a:extLst>
          </p:cNvPr>
          <p:cNvSpPr txBox="1">
            <a:spLocks/>
          </p:cNvSpPr>
          <p:nvPr/>
        </p:nvSpPr>
        <p:spPr>
          <a:xfrm>
            <a:off x="304800" y="76200"/>
            <a:ext cx="4501277"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spc="172" dirty="0">
                <a:solidFill>
                  <a:srgbClr val="1B2731"/>
                </a:solidFill>
                <a:latin typeface="Meiryo" panose="020B0604030504040204" pitchFamily="34" charset="-128"/>
              </a:rPr>
              <a:t>Git</a:t>
            </a:r>
            <a:r>
              <a:rPr lang="ja-JP" altLang="en-US" sz="3600" spc="135">
                <a:solidFill>
                  <a:srgbClr val="1B2731"/>
                </a:solidFill>
                <a:latin typeface="Meiryo" panose="020B0604030504040204" pitchFamily="34" charset="-128"/>
              </a:rPr>
              <a:t>とは？</a:t>
            </a:r>
            <a:endParaRPr lang="ja-JP" altLang="en-US" sz="3600" dirty="0">
              <a:solidFill>
                <a:srgbClr val="1B2731"/>
              </a:solidFill>
              <a:latin typeface="Meiryo" panose="020B0604030504040204" pitchFamily="34" charset="-128"/>
            </a:endParaRPr>
          </a:p>
        </p:txBody>
      </p:sp>
    </p:spTree>
    <p:extLst>
      <p:ext uri="{BB962C8B-B14F-4D97-AF65-F5344CB8AC3E}">
        <p14:creationId xmlns:p14="http://schemas.microsoft.com/office/powerpoint/2010/main" val="1219405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E7AD3-CE88-38B9-421F-B25884B29CA9}"/>
            </a:ext>
          </a:extLst>
        </p:cNvPr>
        <p:cNvGrpSpPr/>
        <p:nvPr/>
      </p:nvGrpSpPr>
      <p:grpSpPr>
        <a:xfrm>
          <a:off x="0" y="0"/>
          <a:ext cx="0" cy="0"/>
          <a:chOff x="0" y="0"/>
          <a:chExt cx="0" cy="0"/>
        </a:xfrm>
      </p:grpSpPr>
      <p:grpSp>
        <p:nvGrpSpPr>
          <p:cNvPr id="14" name="グループ化 13">
            <a:extLst>
              <a:ext uri="{FF2B5EF4-FFF2-40B4-BE49-F238E27FC236}">
                <a16:creationId xmlns:a16="http://schemas.microsoft.com/office/drawing/2014/main" id="{0EBC4F68-2742-4BD3-8397-0E781ECE2504}"/>
              </a:ext>
            </a:extLst>
          </p:cNvPr>
          <p:cNvGrpSpPr/>
          <p:nvPr/>
        </p:nvGrpSpPr>
        <p:grpSpPr>
          <a:xfrm>
            <a:off x="2448470" y="4442439"/>
            <a:ext cx="1846421" cy="1846421"/>
            <a:chOff x="709017" y="1507720"/>
            <a:chExt cx="1846421" cy="1846421"/>
          </a:xfrm>
        </p:grpSpPr>
        <p:sp>
          <p:nvSpPr>
            <p:cNvPr id="13" name="円/楕円 12">
              <a:extLst>
                <a:ext uri="{FF2B5EF4-FFF2-40B4-BE49-F238E27FC236}">
                  <a16:creationId xmlns:a16="http://schemas.microsoft.com/office/drawing/2014/main" id="{3EAD30FA-659F-B367-C237-91180E59711E}"/>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object 3">
              <a:extLst>
                <a:ext uri="{FF2B5EF4-FFF2-40B4-BE49-F238E27FC236}">
                  <a16:creationId xmlns:a16="http://schemas.microsoft.com/office/drawing/2014/main" id="{4F93281F-6471-FF1B-28FD-17248329FAFF}"/>
                </a:ext>
              </a:extLst>
            </p:cNvPr>
            <p:cNvSpPr txBox="1"/>
            <p:nvPr/>
          </p:nvSpPr>
          <p:spPr>
            <a:xfrm>
              <a:off x="1090016" y="2264779"/>
              <a:ext cx="1084421" cy="332303"/>
            </a:xfrm>
            <a:prstGeom prst="rect">
              <a:avLst/>
            </a:prstGeom>
          </p:spPr>
          <p:txBody>
            <a:bodyPr vert="horz" wrap="square" lIns="0" tIns="9049" rIns="0" bIns="0" rtlCol="0">
              <a:spAutoFit/>
            </a:bodyPr>
            <a:lstStyle/>
            <a:p>
              <a:pPr marL="9525">
                <a:spcBef>
                  <a:spcPts val="71"/>
                </a:spcBef>
              </a:pPr>
              <a:r>
                <a:rPr sz="2100" spc="-34" dirty="0">
                  <a:solidFill>
                    <a:schemeClr val="tx1"/>
                  </a:solidFill>
                  <a:latin typeface="Meiryo" panose="020B0604030504040204" pitchFamily="34" charset="-128"/>
                  <a:ea typeface="Meiryo" panose="020B0604030504040204" pitchFamily="34" charset="-128"/>
                  <a:cs typeface="Yu Gothic Medium"/>
                </a:rPr>
                <a:t>コミット</a:t>
              </a:r>
              <a:endParaRPr sz="2100" dirty="0">
                <a:solidFill>
                  <a:schemeClr val="tx1"/>
                </a:solidFill>
                <a:latin typeface="Meiryo" panose="020B0604030504040204" pitchFamily="34" charset="-128"/>
                <a:ea typeface="Meiryo" panose="020B0604030504040204" pitchFamily="34" charset="-128"/>
                <a:cs typeface="Yu Gothic Medium"/>
              </a:endParaRPr>
            </a:p>
          </p:txBody>
        </p:sp>
      </p:grpSp>
      <p:sp>
        <p:nvSpPr>
          <p:cNvPr id="11" name="Slide Number Placeholder 5">
            <a:extLst>
              <a:ext uri="{FF2B5EF4-FFF2-40B4-BE49-F238E27FC236}">
                <a16:creationId xmlns:a16="http://schemas.microsoft.com/office/drawing/2014/main" id="{873F728F-0FE4-443E-6A2C-3D4129B8A7A0}"/>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chemeClr val="tx1"/>
                </a:solidFill>
              </a:rPr>
              <a:pPr/>
              <a:t>5</a:t>
            </a:fld>
            <a:endParaRPr kumimoji="1" lang="ja-JP" altLang="en-US">
              <a:solidFill>
                <a:schemeClr val="tx1"/>
              </a:solidFill>
            </a:endParaRPr>
          </a:p>
        </p:txBody>
      </p:sp>
      <p:sp>
        <p:nvSpPr>
          <p:cNvPr id="12" name="object 7">
            <a:extLst>
              <a:ext uri="{FF2B5EF4-FFF2-40B4-BE49-F238E27FC236}">
                <a16:creationId xmlns:a16="http://schemas.microsoft.com/office/drawing/2014/main" id="{25500CE0-1BE0-EABE-20F0-8BF91EB5E467}"/>
              </a:ext>
            </a:extLst>
          </p:cNvPr>
          <p:cNvSpPr txBox="1">
            <a:spLocks/>
          </p:cNvSpPr>
          <p:nvPr/>
        </p:nvSpPr>
        <p:spPr>
          <a:xfrm>
            <a:off x="304800" y="76200"/>
            <a:ext cx="4501277"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sz="3600" spc="172" dirty="0">
                <a:solidFill>
                  <a:srgbClr val="1B2731"/>
                </a:solidFill>
                <a:latin typeface="Meiryo" panose="020B0604030504040204" pitchFamily="34" charset="-128"/>
              </a:rPr>
              <a:t>Git</a:t>
            </a:r>
            <a:r>
              <a:rPr lang="ja-JP" altLang="en-US" sz="3600" spc="135">
                <a:solidFill>
                  <a:srgbClr val="1B2731"/>
                </a:solidFill>
                <a:latin typeface="Meiryo" panose="020B0604030504040204" pitchFamily="34" charset="-128"/>
              </a:rPr>
              <a:t>の基本用語</a:t>
            </a:r>
            <a:endParaRPr lang="ja-JP" altLang="en-US" sz="3600" dirty="0">
              <a:solidFill>
                <a:srgbClr val="1B2731"/>
              </a:solidFill>
              <a:latin typeface="Meiryo" panose="020B0604030504040204" pitchFamily="34" charset="-128"/>
            </a:endParaRPr>
          </a:p>
        </p:txBody>
      </p:sp>
      <p:grpSp>
        <p:nvGrpSpPr>
          <p:cNvPr id="15" name="グループ化 14">
            <a:extLst>
              <a:ext uri="{FF2B5EF4-FFF2-40B4-BE49-F238E27FC236}">
                <a16:creationId xmlns:a16="http://schemas.microsoft.com/office/drawing/2014/main" id="{A27FC486-FCA4-44F1-71D9-C7473E89457F}"/>
              </a:ext>
            </a:extLst>
          </p:cNvPr>
          <p:cNvGrpSpPr/>
          <p:nvPr/>
        </p:nvGrpSpPr>
        <p:grpSpPr>
          <a:xfrm>
            <a:off x="408375" y="1396875"/>
            <a:ext cx="1846421" cy="1846421"/>
            <a:chOff x="709017" y="1507720"/>
            <a:chExt cx="1846421" cy="1846421"/>
          </a:xfrm>
        </p:grpSpPr>
        <p:sp>
          <p:nvSpPr>
            <p:cNvPr id="16" name="円/楕円 15">
              <a:extLst>
                <a:ext uri="{FF2B5EF4-FFF2-40B4-BE49-F238E27FC236}">
                  <a16:creationId xmlns:a16="http://schemas.microsoft.com/office/drawing/2014/main" id="{7EAF8086-500F-C1AF-6748-013217CC42EE}"/>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object 3">
              <a:extLst>
                <a:ext uri="{FF2B5EF4-FFF2-40B4-BE49-F238E27FC236}">
                  <a16:creationId xmlns:a16="http://schemas.microsoft.com/office/drawing/2014/main" id="{CEA95509-D688-FD89-6907-9CD4FB3639EF}"/>
                </a:ext>
              </a:extLst>
            </p:cNvPr>
            <p:cNvSpPr txBox="1"/>
            <p:nvPr/>
          </p:nvSpPr>
          <p:spPr>
            <a:xfrm>
              <a:off x="899516" y="2278531"/>
              <a:ext cx="1465422" cy="332303"/>
            </a:xfrm>
            <a:prstGeom prst="rect">
              <a:avLst/>
            </a:prstGeom>
          </p:spPr>
          <p:txBody>
            <a:bodyPr vert="horz" wrap="square" lIns="0" tIns="9049" rIns="0" bIns="0" rtlCol="0">
              <a:spAutoFit/>
            </a:bodyPr>
            <a:lstStyle/>
            <a:p>
              <a:pPr marL="9525">
                <a:spcBef>
                  <a:spcPts val="71"/>
                </a:spcBef>
              </a:pPr>
              <a:r>
                <a:rPr lang="ja-JP" altLang="en-US" sz="2100" spc="-34">
                  <a:solidFill>
                    <a:schemeClr val="tx1"/>
                  </a:solidFill>
                  <a:latin typeface="Meiryo" panose="020B0604030504040204" pitchFamily="34" charset="-128"/>
                  <a:ea typeface="Meiryo" panose="020B0604030504040204" pitchFamily="34" charset="-128"/>
                  <a:cs typeface="Yu Gothic Medium"/>
                </a:rPr>
                <a:t>リポジトリ</a:t>
              </a:r>
              <a:endParaRPr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18" name="グループ化 17">
            <a:extLst>
              <a:ext uri="{FF2B5EF4-FFF2-40B4-BE49-F238E27FC236}">
                <a16:creationId xmlns:a16="http://schemas.microsoft.com/office/drawing/2014/main" id="{183C0EA7-2058-EE09-9D24-0A74D5886320}"/>
              </a:ext>
            </a:extLst>
          </p:cNvPr>
          <p:cNvGrpSpPr/>
          <p:nvPr/>
        </p:nvGrpSpPr>
        <p:grpSpPr>
          <a:xfrm>
            <a:off x="399479" y="4446559"/>
            <a:ext cx="1846421" cy="1846421"/>
            <a:chOff x="709017" y="1507720"/>
            <a:chExt cx="1846421" cy="1846421"/>
          </a:xfrm>
        </p:grpSpPr>
        <p:sp>
          <p:nvSpPr>
            <p:cNvPr id="19" name="円/楕円 18">
              <a:extLst>
                <a:ext uri="{FF2B5EF4-FFF2-40B4-BE49-F238E27FC236}">
                  <a16:creationId xmlns:a16="http://schemas.microsoft.com/office/drawing/2014/main" id="{1E2EFF95-DE3F-5A29-A74B-030EA56156DE}"/>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object 3">
              <a:extLst>
                <a:ext uri="{FF2B5EF4-FFF2-40B4-BE49-F238E27FC236}">
                  <a16:creationId xmlns:a16="http://schemas.microsoft.com/office/drawing/2014/main" id="{CAA60B71-C55A-495D-3A66-3561127B1919}"/>
                </a:ext>
              </a:extLst>
            </p:cNvPr>
            <p:cNvSpPr txBox="1"/>
            <p:nvPr/>
          </p:nvSpPr>
          <p:spPr>
            <a:xfrm>
              <a:off x="1090016" y="2264779"/>
              <a:ext cx="1084421" cy="332303"/>
            </a:xfrm>
            <a:prstGeom prst="rect">
              <a:avLst/>
            </a:prstGeom>
          </p:spPr>
          <p:txBody>
            <a:bodyPr vert="horz" wrap="square" lIns="0" tIns="9049" rIns="0" bIns="0" rtlCol="0">
              <a:spAutoFit/>
            </a:bodyPr>
            <a:lstStyle/>
            <a:p>
              <a:pPr marL="9525">
                <a:spcBef>
                  <a:spcPts val="71"/>
                </a:spcBef>
              </a:pPr>
              <a:r>
                <a:rPr lang="ja-JP" altLang="en-US" sz="2100" spc="-34">
                  <a:solidFill>
                    <a:schemeClr val="tx1"/>
                  </a:solidFill>
                  <a:latin typeface="Meiryo" panose="020B0604030504040204" pitchFamily="34" charset="-128"/>
                  <a:ea typeface="Meiryo" panose="020B0604030504040204" pitchFamily="34" charset="-128"/>
                  <a:cs typeface="Yu Gothic Medium"/>
                </a:rPr>
                <a:t>ブランチ</a:t>
              </a:r>
              <a:endParaRPr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21" name="グループ化 20">
            <a:extLst>
              <a:ext uri="{FF2B5EF4-FFF2-40B4-BE49-F238E27FC236}">
                <a16:creationId xmlns:a16="http://schemas.microsoft.com/office/drawing/2014/main" id="{A976379A-B03D-F288-74C0-18EF5D695497}"/>
              </a:ext>
            </a:extLst>
          </p:cNvPr>
          <p:cNvGrpSpPr/>
          <p:nvPr/>
        </p:nvGrpSpPr>
        <p:grpSpPr>
          <a:xfrm>
            <a:off x="5511448" y="2779860"/>
            <a:ext cx="1846421" cy="1846421"/>
            <a:chOff x="709017" y="1507720"/>
            <a:chExt cx="1846421" cy="1846421"/>
          </a:xfrm>
        </p:grpSpPr>
        <p:sp>
          <p:nvSpPr>
            <p:cNvPr id="22" name="円/楕円 21">
              <a:extLst>
                <a:ext uri="{FF2B5EF4-FFF2-40B4-BE49-F238E27FC236}">
                  <a16:creationId xmlns:a16="http://schemas.microsoft.com/office/drawing/2014/main" id="{053C7C0F-1F2B-6B31-BD1B-C2B9C5AF9FD3}"/>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object 3">
              <a:extLst>
                <a:ext uri="{FF2B5EF4-FFF2-40B4-BE49-F238E27FC236}">
                  <a16:creationId xmlns:a16="http://schemas.microsoft.com/office/drawing/2014/main" id="{36E3F57A-EEC3-2A27-CB6A-1B1E9DF525DD}"/>
                </a:ext>
              </a:extLst>
            </p:cNvPr>
            <p:cNvSpPr txBox="1"/>
            <p:nvPr/>
          </p:nvSpPr>
          <p:spPr>
            <a:xfrm>
              <a:off x="1183364" y="2277702"/>
              <a:ext cx="897725" cy="332303"/>
            </a:xfrm>
            <a:prstGeom prst="rect">
              <a:avLst/>
            </a:prstGeom>
          </p:spPr>
          <p:txBody>
            <a:bodyPr vert="horz" wrap="square" lIns="0" tIns="9049" rIns="0" bIns="0" rtlCol="0">
              <a:spAutoFit/>
            </a:bodyPr>
            <a:lstStyle/>
            <a:p>
              <a:pPr marL="9525">
                <a:spcBef>
                  <a:spcPts val="71"/>
                </a:spcBef>
              </a:pPr>
              <a:r>
                <a:rPr lang="ja-JP" altLang="en-US" sz="2100" spc="-30">
                  <a:solidFill>
                    <a:schemeClr val="tx1"/>
                  </a:solidFill>
                  <a:latin typeface="Meiryo" panose="020B0604030504040204" pitchFamily="34" charset="-128"/>
                  <a:ea typeface="Meiryo" panose="020B0604030504040204" pitchFamily="34" charset="-128"/>
                  <a:cs typeface="Yu Gothic Medium"/>
                </a:rPr>
                <a:t>マージ</a:t>
              </a:r>
              <a:endParaRPr lang="ja-JP" altLang="en-US"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24" name="グループ化 23">
            <a:extLst>
              <a:ext uri="{FF2B5EF4-FFF2-40B4-BE49-F238E27FC236}">
                <a16:creationId xmlns:a16="http://schemas.microsoft.com/office/drawing/2014/main" id="{9799EAE9-5F57-1E96-8901-DCAC8C628B40}"/>
              </a:ext>
            </a:extLst>
          </p:cNvPr>
          <p:cNvGrpSpPr/>
          <p:nvPr/>
        </p:nvGrpSpPr>
        <p:grpSpPr>
          <a:xfrm>
            <a:off x="2392743" y="1189866"/>
            <a:ext cx="1634327" cy="1524591"/>
            <a:chOff x="709017" y="1507720"/>
            <a:chExt cx="1634327" cy="1524591"/>
          </a:xfrm>
        </p:grpSpPr>
        <p:sp>
          <p:nvSpPr>
            <p:cNvPr id="25" name="円/楕円 24">
              <a:extLst>
                <a:ext uri="{FF2B5EF4-FFF2-40B4-BE49-F238E27FC236}">
                  <a16:creationId xmlns:a16="http://schemas.microsoft.com/office/drawing/2014/main" id="{821593D8-5DC4-9E21-422E-EE5645C68160}"/>
                </a:ext>
              </a:extLst>
            </p:cNvPr>
            <p:cNvSpPr/>
            <p:nvPr/>
          </p:nvSpPr>
          <p:spPr>
            <a:xfrm>
              <a:off x="709017" y="1507720"/>
              <a:ext cx="1524591" cy="152459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object 3">
              <a:extLst>
                <a:ext uri="{FF2B5EF4-FFF2-40B4-BE49-F238E27FC236}">
                  <a16:creationId xmlns:a16="http://schemas.microsoft.com/office/drawing/2014/main" id="{6C36913D-389B-7FBF-AD32-13A4EE990B3C}"/>
                </a:ext>
              </a:extLst>
            </p:cNvPr>
            <p:cNvSpPr txBox="1"/>
            <p:nvPr/>
          </p:nvSpPr>
          <p:spPr>
            <a:xfrm>
              <a:off x="877922" y="1907938"/>
              <a:ext cx="1465422" cy="668292"/>
            </a:xfrm>
            <a:prstGeom prst="rect">
              <a:avLst/>
            </a:prstGeom>
          </p:spPr>
          <p:txBody>
            <a:bodyPr vert="horz" wrap="square" lIns="0" tIns="9049" rIns="0" bIns="0" rtlCol="0">
              <a:spAutoFit/>
            </a:bodyPr>
            <a:lstStyle/>
            <a:p>
              <a:pPr marL="9525">
                <a:spcBef>
                  <a:spcPts val="71"/>
                </a:spcBef>
              </a:pPr>
              <a:r>
                <a:rPr lang="ja-JP" altLang="en-US" sz="2100" spc="-34">
                  <a:solidFill>
                    <a:schemeClr val="tx1"/>
                  </a:solidFill>
                  <a:latin typeface="Meiryo" panose="020B0604030504040204" pitchFamily="34" charset="-128"/>
                  <a:ea typeface="Meiryo" panose="020B0604030504040204" pitchFamily="34" charset="-128"/>
                  <a:cs typeface="Yu Gothic Medium"/>
                </a:rPr>
                <a:t>リモート</a:t>
              </a:r>
              <a:endParaRPr lang="en-US" altLang="ja-JP" sz="2100" spc="-34" dirty="0">
                <a:solidFill>
                  <a:schemeClr val="tx1"/>
                </a:solidFill>
                <a:latin typeface="Meiryo" panose="020B0604030504040204" pitchFamily="34" charset="-128"/>
                <a:ea typeface="Meiryo" panose="020B0604030504040204" pitchFamily="34" charset="-128"/>
                <a:cs typeface="Yu Gothic Medium"/>
              </a:endParaRPr>
            </a:p>
            <a:p>
              <a:pPr marL="9525">
                <a:spcBef>
                  <a:spcPts val="71"/>
                </a:spcBef>
              </a:pPr>
              <a:r>
                <a:rPr lang="ja-JP" altLang="en-US" sz="2100" spc="-34">
                  <a:solidFill>
                    <a:schemeClr val="tx1"/>
                  </a:solidFill>
                  <a:latin typeface="Meiryo" panose="020B0604030504040204" pitchFamily="34" charset="-128"/>
                  <a:ea typeface="Meiryo" panose="020B0604030504040204" pitchFamily="34" charset="-128"/>
                  <a:cs typeface="Yu Gothic Medium"/>
                </a:rPr>
                <a:t>リポジトリ</a:t>
              </a:r>
              <a:endParaRPr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29" name="グループ化 28">
            <a:extLst>
              <a:ext uri="{FF2B5EF4-FFF2-40B4-BE49-F238E27FC236}">
                <a16:creationId xmlns:a16="http://schemas.microsoft.com/office/drawing/2014/main" id="{1681261C-32CD-2812-BC10-3ED340E99CDB}"/>
              </a:ext>
            </a:extLst>
          </p:cNvPr>
          <p:cNvGrpSpPr/>
          <p:nvPr/>
        </p:nvGrpSpPr>
        <p:grpSpPr>
          <a:xfrm>
            <a:off x="2392743" y="2723708"/>
            <a:ext cx="1634327" cy="1524591"/>
            <a:chOff x="709017" y="1507720"/>
            <a:chExt cx="1634327" cy="1524591"/>
          </a:xfrm>
        </p:grpSpPr>
        <p:sp>
          <p:nvSpPr>
            <p:cNvPr id="30" name="円/楕円 29">
              <a:extLst>
                <a:ext uri="{FF2B5EF4-FFF2-40B4-BE49-F238E27FC236}">
                  <a16:creationId xmlns:a16="http://schemas.microsoft.com/office/drawing/2014/main" id="{1C9617F1-9287-3925-5DEE-6DBCA0A24BDD}"/>
                </a:ext>
              </a:extLst>
            </p:cNvPr>
            <p:cNvSpPr/>
            <p:nvPr/>
          </p:nvSpPr>
          <p:spPr>
            <a:xfrm>
              <a:off x="709017" y="1507720"/>
              <a:ext cx="1524591" cy="152459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object 3">
              <a:extLst>
                <a:ext uri="{FF2B5EF4-FFF2-40B4-BE49-F238E27FC236}">
                  <a16:creationId xmlns:a16="http://schemas.microsoft.com/office/drawing/2014/main" id="{06555651-70BD-EE86-C987-74FD627B338A}"/>
                </a:ext>
              </a:extLst>
            </p:cNvPr>
            <p:cNvSpPr txBox="1"/>
            <p:nvPr/>
          </p:nvSpPr>
          <p:spPr>
            <a:xfrm>
              <a:off x="877922" y="1907938"/>
              <a:ext cx="1465422" cy="668292"/>
            </a:xfrm>
            <a:prstGeom prst="rect">
              <a:avLst/>
            </a:prstGeom>
          </p:spPr>
          <p:txBody>
            <a:bodyPr vert="horz" wrap="square" lIns="0" tIns="9049" rIns="0" bIns="0" rtlCol="0">
              <a:spAutoFit/>
            </a:bodyPr>
            <a:lstStyle/>
            <a:p>
              <a:pPr marL="9525">
                <a:spcBef>
                  <a:spcPts val="71"/>
                </a:spcBef>
              </a:pPr>
              <a:r>
                <a:rPr lang="ja-JP" altLang="en-US" sz="2100" spc="-34">
                  <a:solidFill>
                    <a:schemeClr val="tx1"/>
                  </a:solidFill>
                  <a:latin typeface="Meiryo" panose="020B0604030504040204" pitchFamily="34" charset="-128"/>
                  <a:ea typeface="Meiryo" panose="020B0604030504040204" pitchFamily="34" charset="-128"/>
                  <a:cs typeface="Yu Gothic Medium"/>
                </a:rPr>
                <a:t>ローカル</a:t>
              </a:r>
              <a:endParaRPr lang="en-US" altLang="ja-JP" sz="2100" spc="-34" dirty="0">
                <a:solidFill>
                  <a:schemeClr val="tx1"/>
                </a:solidFill>
                <a:latin typeface="Meiryo" panose="020B0604030504040204" pitchFamily="34" charset="-128"/>
                <a:ea typeface="Meiryo" panose="020B0604030504040204" pitchFamily="34" charset="-128"/>
                <a:cs typeface="Yu Gothic Medium"/>
              </a:endParaRPr>
            </a:p>
            <a:p>
              <a:pPr marL="9525">
                <a:spcBef>
                  <a:spcPts val="71"/>
                </a:spcBef>
              </a:pPr>
              <a:r>
                <a:rPr lang="ja-JP" altLang="en-US" sz="2100" spc="-34">
                  <a:solidFill>
                    <a:schemeClr val="tx1"/>
                  </a:solidFill>
                  <a:latin typeface="Meiryo" panose="020B0604030504040204" pitchFamily="34" charset="-128"/>
                  <a:ea typeface="Meiryo" panose="020B0604030504040204" pitchFamily="34" charset="-128"/>
                  <a:cs typeface="Yu Gothic Medium"/>
                </a:rPr>
                <a:t>リポジトリ</a:t>
              </a:r>
              <a:endParaRPr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35" name="グループ化 34">
            <a:extLst>
              <a:ext uri="{FF2B5EF4-FFF2-40B4-BE49-F238E27FC236}">
                <a16:creationId xmlns:a16="http://schemas.microsoft.com/office/drawing/2014/main" id="{5C2E0A81-0B2F-9B04-3088-A405316B7D55}"/>
              </a:ext>
            </a:extLst>
          </p:cNvPr>
          <p:cNvGrpSpPr/>
          <p:nvPr/>
        </p:nvGrpSpPr>
        <p:grpSpPr>
          <a:xfrm>
            <a:off x="6965068" y="1062112"/>
            <a:ext cx="1846421" cy="1846421"/>
            <a:chOff x="709017" y="1507720"/>
            <a:chExt cx="1846421" cy="1846421"/>
          </a:xfrm>
        </p:grpSpPr>
        <p:sp>
          <p:nvSpPr>
            <p:cNvPr id="36" name="円/楕円 35">
              <a:extLst>
                <a:ext uri="{FF2B5EF4-FFF2-40B4-BE49-F238E27FC236}">
                  <a16:creationId xmlns:a16="http://schemas.microsoft.com/office/drawing/2014/main" id="{3543539D-D11C-5A14-BA46-E233B5EFCDA2}"/>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object 3">
              <a:extLst>
                <a:ext uri="{FF2B5EF4-FFF2-40B4-BE49-F238E27FC236}">
                  <a16:creationId xmlns:a16="http://schemas.microsoft.com/office/drawing/2014/main" id="{7F8F5DEB-C65A-9F5C-D915-18D3454ACB38}"/>
                </a:ext>
              </a:extLst>
            </p:cNvPr>
            <p:cNvSpPr txBox="1"/>
            <p:nvPr/>
          </p:nvSpPr>
          <p:spPr>
            <a:xfrm>
              <a:off x="1014152" y="2091295"/>
              <a:ext cx="1465422" cy="668292"/>
            </a:xfrm>
            <a:prstGeom prst="rect">
              <a:avLst/>
            </a:prstGeom>
          </p:spPr>
          <p:txBody>
            <a:bodyPr vert="horz" wrap="square" lIns="0" tIns="9049" rIns="0" bIns="0" rtlCol="0">
              <a:spAutoFit/>
            </a:bodyPr>
            <a:lstStyle/>
            <a:p>
              <a:pPr marL="142875" marR="3810" indent="-133826">
                <a:spcBef>
                  <a:spcPts val="71"/>
                </a:spcBef>
              </a:pPr>
              <a:r>
                <a:rPr lang="ja-JP" altLang="en-US" sz="2100" spc="-30">
                  <a:solidFill>
                    <a:schemeClr val="tx1"/>
                  </a:solidFill>
                  <a:latin typeface="Meiryo" panose="020B0604030504040204" pitchFamily="34" charset="-128"/>
                  <a:ea typeface="Meiryo" panose="020B0604030504040204" pitchFamily="34" charset="-128"/>
                  <a:cs typeface="Yu Gothic Medium"/>
                </a:rPr>
                <a:t>プル</a:t>
              </a:r>
              <a:endParaRPr lang="en-US" altLang="ja-JP" sz="2100" spc="-30" dirty="0">
                <a:solidFill>
                  <a:schemeClr val="tx1"/>
                </a:solidFill>
                <a:latin typeface="Meiryo" panose="020B0604030504040204" pitchFamily="34" charset="-128"/>
                <a:ea typeface="Meiryo" panose="020B0604030504040204" pitchFamily="34" charset="-128"/>
                <a:cs typeface="Yu Gothic Medium"/>
              </a:endParaRPr>
            </a:p>
            <a:p>
              <a:pPr marL="142875" marR="3810" indent="-133826">
                <a:spcBef>
                  <a:spcPts val="71"/>
                </a:spcBef>
              </a:pPr>
              <a:r>
                <a:rPr lang="ja-JP" altLang="en-US" sz="2100" spc="-30">
                  <a:solidFill>
                    <a:schemeClr val="tx1"/>
                  </a:solidFill>
                  <a:latin typeface="Meiryo" panose="020B0604030504040204" pitchFamily="34" charset="-128"/>
                  <a:ea typeface="Meiryo" panose="020B0604030504040204" pitchFamily="34" charset="-128"/>
                  <a:cs typeface="Yu Gothic Medium"/>
                </a:rPr>
                <a:t>リクエスト</a:t>
              </a:r>
              <a:endParaRPr lang="ja-JP" altLang="en-US"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38" name="グループ化 37">
            <a:extLst>
              <a:ext uri="{FF2B5EF4-FFF2-40B4-BE49-F238E27FC236}">
                <a16:creationId xmlns:a16="http://schemas.microsoft.com/office/drawing/2014/main" id="{18D5F615-68B1-B462-A599-EAF49EF3B98E}"/>
              </a:ext>
            </a:extLst>
          </p:cNvPr>
          <p:cNvGrpSpPr/>
          <p:nvPr/>
        </p:nvGrpSpPr>
        <p:grpSpPr>
          <a:xfrm>
            <a:off x="4497462" y="4442440"/>
            <a:ext cx="1846421" cy="1846421"/>
            <a:chOff x="709017" y="1507720"/>
            <a:chExt cx="1846421" cy="1846421"/>
          </a:xfrm>
        </p:grpSpPr>
        <p:sp>
          <p:nvSpPr>
            <p:cNvPr id="39" name="円/楕円 38">
              <a:extLst>
                <a:ext uri="{FF2B5EF4-FFF2-40B4-BE49-F238E27FC236}">
                  <a16:creationId xmlns:a16="http://schemas.microsoft.com/office/drawing/2014/main" id="{AF4BBB65-18BA-FBE3-E3F9-69C444ED6CAA}"/>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object 3">
              <a:extLst>
                <a:ext uri="{FF2B5EF4-FFF2-40B4-BE49-F238E27FC236}">
                  <a16:creationId xmlns:a16="http://schemas.microsoft.com/office/drawing/2014/main" id="{91980A1F-B611-DFA6-8997-B2B0BB619241}"/>
                </a:ext>
              </a:extLst>
            </p:cNvPr>
            <p:cNvSpPr txBox="1"/>
            <p:nvPr/>
          </p:nvSpPr>
          <p:spPr>
            <a:xfrm>
              <a:off x="1124814" y="2331218"/>
              <a:ext cx="1096908" cy="332303"/>
            </a:xfrm>
            <a:prstGeom prst="rect">
              <a:avLst/>
            </a:prstGeom>
          </p:spPr>
          <p:txBody>
            <a:bodyPr vert="horz" wrap="square" lIns="0" tIns="9049" rIns="0" bIns="0" rtlCol="0">
              <a:spAutoFit/>
            </a:bodyPr>
            <a:lstStyle/>
            <a:p>
              <a:pPr marL="9525">
                <a:spcBef>
                  <a:spcPts val="71"/>
                </a:spcBef>
              </a:pPr>
              <a:r>
                <a:rPr lang="ja-JP" altLang="en-US" sz="2100">
                  <a:solidFill>
                    <a:schemeClr val="tx1"/>
                  </a:solidFill>
                  <a:latin typeface="Meiryo" panose="020B0604030504040204" pitchFamily="34" charset="-128"/>
                  <a:ea typeface="Meiryo" panose="020B0604030504040204" pitchFamily="34" charset="-128"/>
                  <a:cs typeface="Yu Gothic Medium"/>
                </a:rPr>
                <a:t>プッシュ</a:t>
              </a:r>
              <a:endParaRPr lang="ja-JP" altLang="en-US" sz="2100" dirty="0">
                <a:solidFill>
                  <a:schemeClr val="tx1"/>
                </a:solidFill>
                <a:latin typeface="Meiryo" panose="020B0604030504040204" pitchFamily="34" charset="-128"/>
                <a:ea typeface="Meiryo" panose="020B0604030504040204" pitchFamily="34" charset="-128"/>
                <a:cs typeface="Yu Gothic Medium"/>
              </a:endParaRPr>
            </a:p>
          </p:txBody>
        </p:sp>
      </p:grpSp>
      <p:grpSp>
        <p:nvGrpSpPr>
          <p:cNvPr id="41" name="グループ化 40">
            <a:extLst>
              <a:ext uri="{FF2B5EF4-FFF2-40B4-BE49-F238E27FC236}">
                <a16:creationId xmlns:a16="http://schemas.microsoft.com/office/drawing/2014/main" id="{1CF8757D-E0AD-C033-122E-58E6D1660B27}"/>
              </a:ext>
            </a:extLst>
          </p:cNvPr>
          <p:cNvGrpSpPr/>
          <p:nvPr/>
        </p:nvGrpSpPr>
        <p:grpSpPr>
          <a:xfrm>
            <a:off x="6525434" y="4442438"/>
            <a:ext cx="1846421" cy="1846421"/>
            <a:chOff x="709017" y="1507720"/>
            <a:chExt cx="1846421" cy="1846421"/>
          </a:xfrm>
        </p:grpSpPr>
        <p:sp>
          <p:nvSpPr>
            <p:cNvPr id="42" name="円/楕円 41">
              <a:extLst>
                <a:ext uri="{FF2B5EF4-FFF2-40B4-BE49-F238E27FC236}">
                  <a16:creationId xmlns:a16="http://schemas.microsoft.com/office/drawing/2014/main" id="{9AFAB9C0-53BE-BE20-7A34-0121840C7808}"/>
                </a:ext>
              </a:extLst>
            </p:cNvPr>
            <p:cNvSpPr/>
            <p:nvPr/>
          </p:nvSpPr>
          <p:spPr>
            <a:xfrm>
              <a:off x="709017" y="1507720"/>
              <a:ext cx="1846421" cy="1846421"/>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object 3">
              <a:extLst>
                <a:ext uri="{FF2B5EF4-FFF2-40B4-BE49-F238E27FC236}">
                  <a16:creationId xmlns:a16="http://schemas.microsoft.com/office/drawing/2014/main" id="{7579958F-B55E-E2F8-2DA7-B6A1016B83D6}"/>
                </a:ext>
              </a:extLst>
            </p:cNvPr>
            <p:cNvSpPr txBox="1"/>
            <p:nvPr/>
          </p:nvSpPr>
          <p:spPr>
            <a:xfrm>
              <a:off x="1384607" y="2277702"/>
              <a:ext cx="596827" cy="332303"/>
            </a:xfrm>
            <a:prstGeom prst="rect">
              <a:avLst/>
            </a:prstGeom>
          </p:spPr>
          <p:txBody>
            <a:bodyPr vert="horz" wrap="square" lIns="0" tIns="9049" rIns="0" bIns="0" rtlCol="0">
              <a:spAutoFit/>
            </a:bodyPr>
            <a:lstStyle/>
            <a:p>
              <a:pPr marL="9525">
                <a:spcBef>
                  <a:spcPts val="71"/>
                </a:spcBef>
              </a:pPr>
              <a:r>
                <a:rPr lang="ja-JP" altLang="en-US" sz="2100" spc="-30">
                  <a:solidFill>
                    <a:schemeClr val="tx1"/>
                  </a:solidFill>
                  <a:latin typeface="Meiryo" panose="020B0604030504040204" pitchFamily="34" charset="-128"/>
                  <a:ea typeface="Meiryo" panose="020B0604030504040204" pitchFamily="34" charset="-128"/>
                  <a:cs typeface="Yu Gothic Medium"/>
                </a:rPr>
                <a:t>プル</a:t>
              </a:r>
              <a:endParaRPr lang="ja-JP" altLang="en-US" sz="2100" dirty="0">
                <a:solidFill>
                  <a:schemeClr val="tx1"/>
                </a:solidFill>
                <a:latin typeface="Meiryo" panose="020B0604030504040204" pitchFamily="34" charset="-128"/>
                <a:ea typeface="Meiryo" panose="020B0604030504040204" pitchFamily="34" charset="-128"/>
                <a:cs typeface="Yu Gothic Medium"/>
              </a:endParaRPr>
            </a:p>
          </p:txBody>
        </p:sp>
      </p:grpSp>
    </p:spTree>
    <p:extLst>
      <p:ext uri="{BB962C8B-B14F-4D97-AF65-F5344CB8AC3E}">
        <p14:creationId xmlns:p14="http://schemas.microsoft.com/office/powerpoint/2010/main" val="2371587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bject 19"/>
          <p:cNvSpPr txBox="1"/>
          <p:nvPr/>
        </p:nvSpPr>
        <p:spPr>
          <a:xfrm>
            <a:off x="1361306" y="1022342"/>
            <a:ext cx="6421387" cy="516969"/>
          </a:xfrm>
          <a:prstGeom prst="rect">
            <a:avLst/>
          </a:prstGeom>
        </p:spPr>
        <p:txBody>
          <a:bodyPr vert="horz" wrap="square" lIns="0" tIns="9049" rIns="0" bIns="0" rtlCol="0">
            <a:spAutoFit/>
          </a:bodyPr>
          <a:lstStyle/>
          <a:p>
            <a:pPr marL="9525" marR="3810">
              <a:lnSpc>
                <a:spcPct val="150000"/>
              </a:lnSpc>
              <a:spcBef>
                <a:spcPts val="71"/>
              </a:spcBef>
            </a:pPr>
            <a:r>
              <a:rPr sz="2400" b="1" spc="-30" dirty="0">
                <a:solidFill>
                  <a:srgbClr val="1B2731"/>
                </a:solidFill>
                <a:latin typeface="Meiryo" panose="020B0604030504040204" pitchFamily="34" charset="-128"/>
                <a:ea typeface="Meiryo" panose="020B0604030504040204" pitchFamily="34" charset="-128"/>
                <a:cs typeface="Yu Gothic Medium"/>
              </a:rPr>
              <a:t>管理したいファイル(ソースコード)</a:t>
            </a:r>
            <a:r>
              <a:rPr sz="2400" b="1" spc="-30" dirty="0" err="1">
                <a:solidFill>
                  <a:srgbClr val="1B2731"/>
                </a:solidFill>
                <a:latin typeface="Meiryo" panose="020B0604030504040204" pitchFamily="34" charset="-128"/>
                <a:ea typeface="Meiryo" panose="020B0604030504040204" pitchFamily="34" charset="-128"/>
                <a:cs typeface="Yu Gothic Medium"/>
              </a:rPr>
              <a:t>のまとまり</a:t>
            </a:r>
            <a:endParaRPr sz="2400" b="1" dirty="0">
              <a:solidFill>
                <a:srgbClr val="1B2731"/>
              </a:solidFill>
              <a:latin typeface="Meiryo" panose="020B0604030504040204" pitchFamily="34" charset="-128"/>
              <a:ea typeface="Meiryo" panose="020B0604030504040204" pitchFamily="34" charset="-128"/>
              <a:cs typeface="Yu Gothic Medium"/>
            </a:endParaRPr>
          </a:p>
        </p:txBody>
      </p:sp>
      <p:sp>
        <p:nvSpPr>
          <p:cNvPr id="20" name="Slide Number Placeholder 5">
            <a:extLst>
              <a:ext uri="{FF2B5EF4-FFF2-40B4-BE49-F238E27FC236}">
                <a16:creationId xmlns:a16="http://schemas.microsoft.com/office/drawing/2014/main" id="{51AB330F-2ABF-5430-A71B-E55D0241031B}"/>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pPr/>
              <a:t>6</a:t>
            </a:fld>
            <a:endParaRPr kumimoji="1" lang="ja-JP" altLang="en-US"/>
          </a:p>
        </p:txBody>
      </p:sp>
      <p:sp>
        <p:nvSpPr>
          <p:cNvPr id="21" name="object 7">
            <a:extLst>
              <a:ext uri="{FF2B5EF4-FFF2-40B4-BE49-F238E27FC236}">
                <a16:creationId xmlns:a16="http://schemas.microsoft.com/office/drawing/2014/main" id="{B332AD02-A53F-E267-D93F-D0BE6D3B64F7}"/>
              </a:ext>
            </a:extLst>
          </p:cNvPr>
          <p:cNvSpPr txBox="1">
            <a:spLocks/>
          </p:cNvSpPr>
          <p:nvPr/>
        </p:nvSpPr>
        <p:spPr>
          <a:xfrm>
            <a:off x="304800" y="76200"/>
            <a:ext cx="78486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24">
                <a:solidFill>
                  <a:srgbClr val="1B2731"/>
                </a:solidFill>
                <a:latin typeface="Meiryo" panose="020B0604030504040204" pitchFamily="34" charset="-128"/>
              </a:rPr>
              <a:t>リポジトリ</a:t>
            </a:r>
            <a:r>
              <a:rPr lang="en-US" altLang="ja-JP" sz="3600" spc="124" dirty="0">
                <a:solidFill>
                  <a:srgbClr val="1B2731"/>
                </a:solidFill>
                <a:latin typeface="Meiryo" panose="020B0604030504040204" pitchFamily="34" charset="-128"/>
              </a:rPr>
              <a:t>(</a:t>
            </a:r>
            <a:r>
              <a:rPr lang="en" altLang="ja-JP" sz="3600" spc="-8" dirty="0">
                <a:solidFill>
                  <a:srgbClr val="1B2731"/>
                </a:solidFill>
                <a:latin typeface="Meiryo" panose="020B0604030504040204" pitchFamily="34" charset="-128"/>
              </a:rPr>
              <a:t>repository)</a:t>
            </a:r>
            <a:endParaRPr lang="ja-JP" altLang="en-US" sz="3600" dirty="0">
              <a:solidFill>
                <a:srgbClr val="1B2731"/>
              </a:solidFill>
              <a:latin typeface="Meiryo" panose="020B0604030504040204" pitchFamily="34" charset="-128"/>
            </a:endParaRPr>
          </a:p>
        </p:txBody>
      </p:sp>
      <p:grpSp>
        <p:nvGrpSpPr>
          <p:cNvPr id="24" name="グループ化 23">
            <a:extLst>
              <a:ext uri="{FF2B5EF4-FFF2-40B4-BE49-F238E27FC236}">
                <a16:creationId xmlns:a16="http://schemas.microsoft.com/office/drawing/2014/main" id="{06C19309-2501-B3DB-7138-9A9852EB1BDD}"/>
              </a:ext>
            </a:extLst>
          </p:cNvPr>
          <p:cNvGrpSpPr/>
          <p:nvPr/>
        </p:nvGrpSpPr>
        <p:grpSpPr>
          <a:xfrm>
            <a:off x="422460" y="2004951"/>
            <a:ext cx="4081558" cy="3830707"/>
            <a:chOff x="531863" y="1524000"/>
            <a:chExt cx="4081558" cy="3830707"/>
          </a:xfrm>
        </p:grpSpPr>
        <p:sp>
          <p:nvSpPr>
            <p:cNvPr id="2" name="object 2"/>
            <p:cNvSpPr/>
            <p:nvPr/>
          </p:nvSpPr>
          <p:spPr>
            <a:xfrm>
              <a:off x="2273699" y="4020884"/>
              <a:ext cx="0" cy="1012031"/>
            </a:xfrm>
            <a:custGeom>
              <a:avLst/>
              <a:gdLst/>
              <a:ahLst/>
              <a:cxnLst/>
              <a:rect l="l" t="t" r="r" b="b"/>
              <a:pathLst>
                <a:path h="1349375">
                  <a:moveTo>
                    <a:pt x="0" y="0"/>
                  </a:moveTo>
                  <a:lnTo>
                    <a:pt x="0" y="1348994"/>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3" name="object 3"/>
            <p:cNvSpPr/>
            <p:nvPr/>
          </p:nvSpPr>
          <p:spPr>
            <a:xfrm>
              <a:off x="2273699" y="2672239"/>
              <a:ext cx="0" cy="451009"/>
            </a:xfrm>
            <a:custGeom>
              <a:avLst/>
              <a:gdLst/>
              <a:ahLst/>
              <a:cxnLst/>
              <a:rect l="l" t="t" r="r" b="b"/>
              <a:pathLst>
                <a:path h="601345">
                  <a:moveTo>
                    <a:pt x="0" y="0"/>
                  </a:moveTo>
                  <a:lnTo>
                    <a:pt x="0" y="600963"/>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nvGrpSpPr>
            <p:cNvPr id="4" name="object 4"/>
            <p:cNvGrpSpPr/>
            <p:nvPr/>
          </p:nvGrpSpPr>
          <p:grpSpPr>
            <a:xfrm>
              <a:off x="531863" y="1524000"/>
              <a:ext cx="3266123" cy="3000851"/>
              <a:chOff x="1130300" y="1370202"/>
              <a:chExt cx="4354830" cy="4001135"/>
            </a:xfrm>
          </p:grpSpPr>
          <p:sp>
            <p:nvSpPr>
              <p:cNvPr id="5" name="object 5"/>
              <p:cNvSpPr/>
              <p:nvPr/>
            </p:nvSpPr>
            <p:spPr>
              <a:xfrm>
                <a:off x="1653540" y="2406522"/>
                <a:ext cx="1341120" cy="1948814"/>
              </a:xfrm>
              <a:custGeom>
                <a:avLst/>
                <a:gdLst/>
                <a:ahLst/>
                <a:cxnLst/>
                <a:rect l="l" t="t" r="r" b="b"/>
                <a:pathLst>
                  <a:path w="1341120" h="1948814">
                    <a:moveTo>
                      <a:pt x="0" y="1927859"/>
                    </a:moveTo>
                    <a:lnTo>
                      <a:pt x="1312545" y="1927859"/>
                    </a:lnTo>
                  </a:path>
                  <a:path w="1341120" h="1948814">
                    <a:moveTo>
                      <a:pt x="28575" y="0"/>
                    </a:moveTo>
                    <a:lnTo>
                      <a:pt x="28575" y="1948814"/>
                    </a:lnTo>
                  </a:path>
                  <a:path w="1341120" h="1948814">
                    <a:moveTo>
                      <a:pt x="28575" y="148716"/>
                    </a:moveTo>
                    <a:lnTo>
                      <a:pt x="1341120" y="148716"/>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6" name="object 6"/>
              <p:cNvPicPr/>
              <p:nvPr/>
            </p:nvPicPr>
            <p:blipFill>
              <a:blip r:embed="rId2" cstate="print"/>
              <a:stretch>
                <a:fillRect/>
              </a:stretch>
            </p:blipFill>
            <p:spPr>
              <a:xfrm>
                <a:off x="1130300" y="1370202"/>
                <a:ext cx="1219200" cy="1219200"/>
              </a:xfrm>
              <a:prstGeom prst="rect">
                <a:avLst/>
              </a:prstGeom>
            </p:spPr>
          </p:pic>
          <p:pic>
            <p:nvPicPr>
              <p:cNvPr id="7" name="object 7"/>
              <p:cNvPicPr/>
              <p:nvPr/>
            </p:nvPicPr>
            <p:blipFill>
              <a:blip r:embed="rId2" cstate="print"/>
              <a:stretch>
                <a:fillRect/>
              </a:stretch>
            </p:blipFill>
            <p:spPr>
              <a:xfrm>
                <a:off x="2843148" y="1915540"/>
                <a:ext cx="1219200" cy="1219200"/>
              </a:xfrm>
              <a:prstGeom prst="rect">
                <a:avLst/>
              </a:prstGeom>
            </p:spPr>
          </p:pic>
          <p:pic>
            <p:nvPicPr>
              <p:cNvPr id="8" name="object 8"/>
              <p:cNvPicPr/>
              <p:nvPr/>
            </p:nvPicPr>
            <p:blipFill>
              <a:blip r:embed="rId2" cstate="print"/>
              <a:stretch>
                <a:fillRect/>
              </a:stretch>
            </p:blipFill>
            <p:spPr>
              <a:xfrm>
                <a:off x="2843148" y="3694557"/>
                <a:ext cx="1219200" cy="1219200"/>
              </a:xfrm>
              <a:prstGeom prst="rect">
                <a:avLst/>
              </a:prstGeom>
            </p:spPr>
          </p:pic>
          <p:sp>
            <p:nvSpPr>
              <p:cNvPr id="9" name="object 9"/>
              <p:cNvSpPr/>
              <p:nvPr/>
            </p:nvSpPr>
            <p:spPr>
              <a:xfrm>
                <a:off x="3452748" y="3472560"/>
                <a:ext cx="1312545" cy="0"/>
              </a:xfrm>
              <a:custGeom>
                <a:avLst/>
                <a:gdLst/>
                <a:ahLst/>
                <a:cxnLst/>
                <a:rect l="l" t="t" r="r" b="b"/>
                <a:pathLst>
                  <a:path w="1312545">
                    <a:moveTo>
                      <a:pt x="0" y="0"/>
                    </a:moveTo>
                    <a:lnTo>
                      <a:pt x="1312545" y="0"/>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10" name="object 10"/>
              <p:cNvPicPr/>
              <p:nvPr/>
            </p:nvPicPr>
            <p:blipFill>
              <a:blip r:embed="rId3" cstate="print"/>
              <a:stretch>
                <a:fillRect/>
              </a:stretch>
            </p:blipFill>
            <p:spPr>
              <a:xfrm>
                <a:off x="4569459" y="3006445"/>
                <a:ext cx="915314" cy="915314"/>
              </a:xfrm>
              <a:prstGeom prst="rect">
                <a:avLst/>
              </a:prstGeom>
            </p:spPr>
          </p:pic>
          <p:sp>
            <p:nvSpPr>
              <p:cNvPr id="11" name="object 11"/>
              <p:cNvSpPr/>
              <p:nvPr/>
            </p:nvSpPr>
            <p:spPr>
              <a:xfrm>
                <a:off x="3452748" y="4992243"/>
                <a:ext cx="1312545" cy="0"/>
              </a:xfrm>
              <a:custGeom>
                <a:avLst/>
                <a:gdLst/>
                <a:ahLst/>
                <a:cxnLst/>
                <a:rect l="l" t="t" r="r" b="b"/>
                <a:pathLst>
                  <a:path w="1312545">
                    <a:moveTo>
                      <a:pt x="0" y="0"/>
                    </a:moveTo>
                    <a:lnTo>
                      <a:pt x="1312545" y="0"/>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12" name="object 12"/>
              <p:cNvPicPr/>
              <p:nvPr/>
            </p:nvPicPr>
            <p:blipFill>
              <a:blip r:embed="rId3" cstate="print"/>
              <a:stretch>
                <a:fillRect/>
              </a:stretch>
            </p:blipFill>
            <p:spPr>
              <a:xfrm>
                <a:off x="4569459" y="4456023"/>
                <a:ext cx="915314" cy="915314"/>
              </a:xfrm>
              <a:prstGeom prst="rect">
                <a:avLst/>
              </a:prstGeom>
            </p:spPr>
          </p:pic>
        </p:grpSp>
        <p:grpSp>
          <p:nvGrpSpPr>
            <p:cNvPr id="14" name="object 14"/>
            <p:cNvGrpSpPr/>
            <p:nvPr/>
          </p:nvGrpSpPr>
          <p:grpSpPr>
            <a:xfrm>
              <a:off x="2273700" y="4667955"/>
              <a:ext cx="1524476" cy="686752"/>
              <a:chOff x="3452748" y="5562142"/>
              <a:chExt cx="2032635" cy="915669"/>
            </a:xfrm>
          </p:grpSpPr>
          <p:sp>
            <p:nvSpPr>
              <p:cNvPr id="15" name="object 15"/>
              <p:cNvSpPr/>
              <p:nvPr/>
            </p:nvSpPr>
            <p:spPr>
              <a:xfrm>
                <a:off x="3452748" y="6019799"/>
                <a:ext cx="1312545" cy="0"/>
              </a:xfrm>
              <a:custGeom>
                <a:avLst/>
                <a:gdLst/>
                <a:ahLst/>
                <a:cxnLst/>
                <a:rect l="l" t="t" r="r" b="b"/>
                <a:pathLst>
                  <a:path w="1312545">
                    <a:moveTo>
                      <a:pt x="0" y="0"/>
                    </a:moveTo>
                    <a:lnTo>
                      <a:pt x="1312545" y="0"/>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16" name="object 16"/>
              <p:cNvPicPr/>
              <p:nvPr/>
            </p:nvPicPr>
            <p:blipFill>
              <a:blip r:embed="rId3" cstate="print"/>
              <a:stretch>
                <a:fillRect/>
              </a:stretch>
            </p:blipFill>
            <p:spPr>
              <a:xfrm>
                <a:off x="4569459" y="5562142"/>
                <a:ext cx="915314" cy="915314"/>
              </a:xfrm>
              <a:prstGeom prst="rect">
                <a:avLst/>
              </a:prstGeom>
            </p:spPr>
          </p:pic>
        </p:grpSp>
        <p:sp>
          <p:nvSpPr>
            <p:cNvPr id="17" name="object 17"/>
            <p:cNvSpPr txBox="1"/>
            <p:nvPr/>
          </p:nvSpPr>
          <p:spPr>
            <a:xfrm>
              <a:off x="3111233" y="3466601"/>
              <a:ext cx="1374934" cy="773930"/>
            </a:xfrm>
            <a:prstGeom prst="rect">
              <a:avLst/>
            </a:prstGeom>
          </p:spPr>
          <p:txBody>
            <a:bodyPr vert="horz" wrap="square" lIns="0" tIns="9525" rIns="0" bIns="0" rtlCol="0">
              <a:spAutoFit/>
            </a:bodyPr>
            <a:lstStyle/>
            <a:p>
              <a:pPr marL="9525">
                <a:spcBef>
                  <a:spcPts val="75"/>
                </a:spcBef>
              </a:pPr>
              <a:r>
                <a:rPr lang="en-US" sz="1350" spc="-8" dirty="0" err="1">
                  <a:solidFill>
                    <a:srgbClr val="1B2731"/>
                  </a:solidFill>
                  <a:latin typeface="Meiryo" panose="020B0604030504040204" pitchFamily="34" charset="-128"/>
                  <a:ea typeface="Meiryo" panose="020B0604030504040204" pitchFamily="34" charset="-128"/>
                  <a:cs typeface="Yu Gothic Medium"/>
                </a:rPr>
                <a:t>param.yaml</a:t>
              </a:r>
              <a:endParaRPr sz="1350" dirty="0">
                <a:solidFill>
                  <a:srgbClr val="1B2731"/>
                </a:solidFill>
                <a:latin typeface="Meiryo" panose="020B0604030504040204" pitchFamily="34" charset="-128"/>
                <a:ea typeface="Meiryo" panose="020B0604030504040204" pitchFamily="34" charset="-128"/>
                <a:cs typeface="Yu Gothic Medium"/>
              </a:endParaRPr>
            </a:p>
            <a:p>
              <a:pPr>
                <a:spcBef>
                  <a:spcPts val="1121"/>
                </a:spcBef>
              </a:pPr>
              <a:endParaRPr sz="1350" dirty="0">
                <a:solidFill>
                  <a:srgbClr val="1B2731"/>
                </a:solidFill>
                <a:latin typeface="Meiryo" panose="020B0604030504040204" pitchFamily="34" charset="-128"/>
                <a:ea typeface="Meiryo" panose="020B0604030504040204" pitchFamily="34" charset="-128"/>
                <a:cs typeface="Yu Gothic Medium"/>
              </a:endParaRPr>
            </a:p>
            <a:p>
              <a:pPr marL="732949"/>
              <a:r>
                <a:rPr lang="en-US" sz="1350" spc="-8" dirty="0" err="1">
                  <a:solidFill>
                    <a:srgbClr val="1B2731"/>
                  </a:solidFill>
                  <a:latin typeface="Meiryo" panose="020B0604030504040204" pitchFamily="34" charset="-128"/>
                  <a:ea typeface="Meiryo" panose="020B0604030504040204" pitchFamily="34" charset="-128"/>
                  <a:cs typeface="Yu Gothic Medium"/>
                </a:rPr>
                <a:t>xxx.cpp</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18" name="object 18"/>
            <p:cNvSpPr txBox="1"/>
            <p:nvPr/>
          </p:nvSpPr>
          <p:spPr>
            <a:xfrm>
              <a:off x="3834752" y="4908401"/>
              <a:ext cx="778669" cy="217367"/>
            </a:xfrm>
            <a:prstGeom prst="rect">
              <a:avLst/>
            </a:prstGeom>
          </p:spPr>
          <p:txBody>
            <a:bodyPr vert="horz" wrap="square" lIns="0" tIns="9525" rIns="0" bIns="0" rtlCol="0">
              <a:spAutoFit/>
            </a:bodyPr>
            <a:lstStyle/>
            <a:p>
              <a:pPr marL="9525">
                <a:spcBef>
                  <a:spcPts val="75"/>
                </a:spcBef>
              </a:pPr>
              <a:r>
                <a:rPr lang="en-US" sz="1350" spc="-8" dirty="0" err="1">
                  <a:solidFill>
                    <a:srgbClr val="1B2731"/>
                  </a:solidFill>
                  <a:latin typeface="Meiryo" panose="020B0604030504040204" pitchFamily="34" charset="-128"/>
                  <a:ea typeface="Meiryo" panose="020B0604030504040204" pitchFamily="34" charset="-128"/>
                  <a:cs typeface="Yu Gothic Medium"/>
                </a:rPr>
                <a:t>yyy.cpp</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22" name="テキスト ボックス 21">
              <a:extLst>
                <a:ext uri="{FF2B5EF4-FFF2-40B4-BE49-F238E27FC236}">
                  <a16:creationId xmlns:a16="http://schemas.microsoft.com/office/drawing/2014/main" id="{B33870E8-7C09-6A4A-A291-B33C027EBFB6}"/>
                </a:ext>
              </a:extLst>
            </p:cNvPr>
            <p:cNvSpPr txBox="1"/>
            <p:nvPr/>
          </p:nvSpPr>
          <p:spPr>
            <a:xfrm>
              <a:off x="1873704" y="2234208"/>
              <a:ext cx="800219" cy="369332"/>
            </a:xfrm>
            <a:prstGeom prst="rect">
              <a:avLst/>
            </a:prstGeom>
            <a:noFill/>
          </p:spPr>
          <p:txBody>
            <a:bodyPr wrap="none" rtlCol="0">
              <a:spAutoFit/>
            </a:bodyPr>
            <a:lstStyle/>
            <a:p>
              <a:r>
                <a:rPr kumimoji="1" lang="en-US" altLang="ja-JP" dirty="0"/>
                <a:t>config</a:t>
              </a:r>
              <a:endParaRPr kumimoji="1" lang="ja-JP" altLang="en-US"/>
            </a:p>
          </p:txBody>
        </p:sp>
        <p:sp>
          <p:nvSpPr>
            <p:cNvPr id="23" name="テキスト ボックス 22">
              <a:extLst>
                <a:ext uri="{FF2B5EF4-FFF2-40B4-BE49-F238E27FC236}">
                  <a16:creationId xmlns:a16="http://schemas.microsoft.com/office/drawing/2014/main" id="{22C41A0F-347A-D9D2-5C26-0F96AAD28177}"/>
                </a:ext>
              </a:extLst>
            </p:cNvPr>
            <p:cNvSpPr txBox="1"/>
            <p:nvPr/>
          </p:nvSpPr>
          <p:spPr>
            <a:xfrm>
              <a:off x="2022157" y="3551388"/>
              <a:ext cx="492443" cy="369332"/>
            </a:xfrm>
            <a:prstGeom prst="rect">
              <a:avLst/>
            </a:prstGeom>
            <a:noFill/>
          </p:spPr>
          <p:txBody>
            <a:bodyPr wrap="none" rtlCol="0">
              <a:spAutoFit/>
            </a:bodyPr>
            <a:lstStyle/>
            <a:p>
              <a:r>
                <a:rPr kumimoji="1" lang="en-US" altLang="ja-JP" dirty="0" err="1"/>
                <a:t>src</a:t>
              </a:r>
              <a:endParaRPr kumimoji="1" lang="ja-JP" altLang="en-US"/>
            </a:p>
          </p:txBody>
        </p:sp>
      </p:grpSp>
      <p:pic>
        <p:nvPicPr>
          <p:cNvPr id="26" name="図 25"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65F5FE8F-7765-019F-05F0-3A1CC18D40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1932" y="2234208"/>
            <a:ext cx="4024322" cy="4133382"/>
          </a:xfrm>
          <a:prstGeom prst="rect">
            <a:avLst/>
          </a:prstGeom>
        </p:spPr>
      </p:pic>
      <p:sp>
        <p:nvSpPr>
          <p:cNvPr id="27" name="テキスト ボックス 26">
            <a:extLst>
              <a:ext uri="{FF2B5EF4-FFF2-40B4-BE49-F238E27FC236}">
                <a16:creationId xmlns:a16="http://schemas.microsoft.com/office/drawing/2014/main" id="{5BFBE509-C83D-5609-DAE5-9DB73D65D053}"/>
              </a:ext>
            </a:extLst>
          </p:cNvPr>
          <p:cNvSpPr txBox="1"/>
          <p:nvPr/>
        </p:nvSpPr>
        <p:spPr>
          <a:xfrm>
            <a:off x="5930026" y="1864876"/>
            <a:ext cx="1608133" cy="369332"/>
          </a:xfrm>
          <a:prstGeom prst="rect">
            <a:avLst/>
          </a:prstGeom>
          <a:noFill/>
        </p:spPr>
        <p:txBody>
          <a:bodyPr wrap="none" rtlCol="0">
            <a:spAutoFit/>
          </a:bodyPr>
          <a:lstStyle/>
          <a:p>
            <a:r>
              <a:rPr kumimoji="1" lang="en-US" altLang="ja-JP" dirty="0"/>
              <a:t>turtlebot3</a:t>
            </a:r>
            <a:r>
              <a:rPr kumimoji="1" lang="ja-JP" altLang="en-US"/>
              <a:t>の例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グループ化 16">
            <a:extLst>
              <a:ext uri="{FF2B5EF4-FFF2-40B4-BE49-F238E27FC236}">
                <a16:creationId xmlns:a16="http://schemas.microsoft.com/office/drawing/2014/main" id="{0D20BFD3-E6DF-03E7-55D2-5E05597EEB45}"/>
              </a:ext>
            </a:extLst>
          </p:cNvPr>
          <p:cNvGrpSpPr/>
          <p:nvPr/>
        </p:nvGrpSpPr>
        <p:grpSpPr>
          <a:xfrm>
            <a:off x="1378982" y="2621699"/>
            <a:ext cx="6386036" cy="3153021"/>
            <a:chOff x="1396366" y="2380955"/>
            <a:chExt cx="6386036" cy="3153021"/>
          </a:xfrm>
        </p:grpSpPr>
        <p:sp>
          <p:nvSpPr>
            <p:cNvPr id="2" name="object 2"/>
            <p:cNvSpPr/>
            <p:nvPr/>
          </p:nvSpPr>
          <p:spPr>
            <a:xfrm>
              <a:off x="1396366" y="4647714"/>
              <a:ext cx="6386036" cy="515303"/>
            </a:xfrm>
            <a:custGeom>
              <a:avLst/>
              <a:gdLst/>
              <a:ahLst/>
              <a:cxnLst/>
              <a:rect l="l" t="t" r="r" b="b"/>
              <a:pathLst>
                <a:path w="8514715" h="687070">
                  <a:moveTo>
                    <a:pt x="8514461" y="344551"/>
                  </a:moveTo>
                  <a:lnTo>
                    <a:pt x="8417115" y="287794"/>
                  </a:lnTo>
                  <a:lnTo>
                    <a:pt x="8417115" y="398424"/>
                  </a:lnTo>
                  <a:lnTo>
                    <a:pt x="8392896" y="414756"/>
                  </a:lnTo>
                  <a:lnTo>
                    <a:pt x="8399437" y="410337"/>
                  </a:lnTo>
                  <a:lnTo>
                    <a:pt x="8417115" y="398424"/>
                  </a:lnTo>
                  <a:lnTo>
                    <a:pt x="8417115" y="287794"/>
                  </a:lnTo>
                  <a:lnTo>
                    <a:pt x="8383791" y="268351"/>
                  </a:lnTo>
                  <a:lnTo>
                    <a:pt x="7944358" y="12065"/>
                  </a:lnTo>
                  <a:lnTo>
                    <a:pt x="7915745" y="2286"/>
                  </a:lnTo>
                  <a:lnTo>
                    <a:pt x="7886611" y="4165"/>
                  </a:lnTo>
                  <a:lnTo>
                    <a:pt x="7860322" y="16852"/>
                  </a:lnTo>
                  <a:lnTo>
                    <a:pt x="7840218" y="39497"/>
                  </a:lnTo>
                  <a:lnTo>
                    <a:pt x="7830426" y="68110"/>
                  </a:lnTo>
                  <a:lnTo>
                    <a:pt x="7832306" y="97243"/>
                  </a:lnTo>
                  <a:lnTo>
                    <a:pt x="7844993" y="123532"/>
                  </a:lnTo>
                  <a:lnTo>
                    <a:pt x="7867650" y="143637"/>
                  </a:lnTo>
                  <a:lnTo>
                    <a:pt x="8081442" y="268351"/>
                  </a:lnTo>
                  <a:lnTo>
                    <a:pt x="6765137" y="268351"/>
                  </a:lnTo>
                  <a:lnTo>
                    <a:pt x="6740944" y="190995"/>
                  </a:lnTo>
                  <a:lnTo>
                    <a:pt x="6718440" y="150406"/>
                  </a:lnTo>
                  <a:lnTo>
                    <a:pt x="6690639" y="113563"/>
                  </a:lnTo>
                  <a:lnTo>
                    <a:pt x="6658076" y="81000"/>
                  </a:lnTo>
                  <a:lnTo>
                    <a:pt x="6621234" y="53200"/>
                  </a:lnTo>
                  <a:lnTo>
                    <a:pt x="6580645" y="30695"/>
                  </a:lnTo>
                  <a:lnTo>
                    <a:pt x="6536804" y="13982"/>
                  </a:lnTo>
                  <a:lnTo>
                    <a:pt x="6490233" y="3581"/>
                  </a:lnTo>
                  <a:lnTo>
                    <a:pt x="6441440" y="0"/>
                  </a:lnTo>
                  <a:lnTo>
                    <a:pt x="6392634" y="3581"/>
                  </a:lnTo>
                  <a:lnTo>
                    <a:pt x="6346063" y="13982"/>
                  </a:lnTo>
                  <a:lnTo>
                    <a:pt x="6302222" y="30695"/>
                  </a:lnTo>
                  <a:lnTo>
                    <a:pt x="6261633" y="53200"/>
                  </a:lnTo>
                  <a:lnTo>
                    <a:pt x="6224790" y="81000"/>
                  </a:lnTo>
                  <a:lnTo>
                    <a:pt x="6192228" y="113563"/>
                  </a:lnTo>
                  <a:lnTo>
                    <a:pt x="6164427" y="150406"/>
                  </a:lnTo>
                  <a:lnTo>
                    <a:pt x="6141923" y="190995"/>
                  </a:lnTo>
                  <a:lnTo>
                    <a:pt x="6125210" y="234835"/>
                  </a:lnTo>
                  <a:lnTo>
                    <a:pt x="6117717" y="268351"/>
                  </a:lnTo>
                  <a:lnTo>
                    <a:pt x="4362297" y="268351"/>
                  </a:lnTo>
                  <a:lnTo>
                    <a:pt x="4338104" y="190995"/>
                  </a:lnTo>
                  <a:lnTo>
                    <a:pt x="4315599" y="150406"/>
                  </a:lnTo>
                  <a:lnTo>
                    <a:pt x="4287799" y="113563"/>
                  </a:lnTo>
                  <a:lnTo>
                    <a:pt x="4255236" y="81000"/>
                  </a:lnTo>
                  <a:lnTo>
                    <a:pt x="4218394" y="53200"/>
                  </a:lnTo>
                  <a:lnTo>
                    <a:pt x="4177804" y="30695"/>
                  </a:lnTo>
                  <a:lnTo>
                    <a:pt x="4133964" y="13982"/>
                  </a:lnTo>
                  <a:lnTo>
                    <a:pt x="4087393" y="3581"/>
                  </a:lnTo>
                  <a:lnTo>
                    <a:pt x="4038600" y="0"/>
                  </a:lnTo>
                  <a:lnTo>
                    <a:pt x="3989794" y="3581"/>
                  </a:lnTo>
                  <a:lnTo>
                    <a:pt x="3943223" y="13982"/>
                  </a:lnTo>
                  <a:lnTo>
                    <a:pt x="3899382" y="30695"/>
                  </a:lnTo>
                  <a:lnTo>
                    <a:pt x="3858793" y="53200"/>
                  </a:lnTo>
                  <a:lnTo>
                    <a:pt x="3821950" y="81000"/>
                  </a:lnTo>
                  <a:lnTo>
                    <a:pt x="3789388" y="113563"/>
                  </a:lnTo>
                  <a:lnTo>
                    <a:pt x="3761587" y="150406"/>
                  </a:lnTo>
                  <a:lnTo>
                    <a:pt x="3739083" y="190995"/>
                  </a:lnTo>
                  <a:lnTo>
                    <a:pt x="3722370" y="234835"/>
                  </a:lnTo>
                  <a:lnTo>
                    <a:pt x="3714877" y="268351"/>
                  </a:lnTo>
                  <a:lnTo>
                    <a:pt x="1829257" y="268351"/>
                  </a:lnTo>
                  <a:lnTo>
                    <a:pt x="1808264" y="205346"/>
                  </a:lnTo>
                  <a:lnTo>
                    <a:pt x="1785759" y="164757"/>
                  </a:lnTo>
                  <a:lnTo>
                    <a:pt x="1757959" y="127914"/>
                  </a:lnTo>
                  <a:lnTo>
                    <a:pt x="1725396" y="95351"/>
                  </a:lnTo>
                  <a:lnTo>
                    <a:pt x="1688553" y="67551"/>
                  </a:lnTo>
                  <a:lnTo>
                    <a:pt x="1647964" y="45046"/>
                  </a:lnTo>
                  <a:lnTo>
                    <a:pt x="1604124" y="28333"/>
                  </a:lnTo>
                  <a:lnTo>
                    <a:pt x="1557553" y="17932"/>
                  </a:lnTo>
                  <a:lnTo>
                    <a:pt x="1508760" y="14351"/>
                  </a:lnTo>
                  <a:lnTo>
                    <a:pt x="1459953" y="17932"/>
                  </a:lnTo>
                  <a:lnTo>
                    <a:pt x="1413383" y="28333"/>
                  </a:lnTo>
                  <a:lnTo>
                    <a:pt x="1369542" y="45046"/>
                  </a:lnTo>
                  <a:lnTo>
                    <a:pt x="1328953" y="67551"/>
                  </a:lnTo>
                  <a:lnTo>
                    <a:pt x="1292110" y="95351"/>
                  </a:lnTo>
                  <a:lnTo>
                    <a:pt x="1259547" y="127914"/>
                  </a:lnTo>
                  <a:lnTo>
                    <a:pt x="1231747" y="164757"/>
                  </a:lnTo>
                  <a:lnTo>
                    <a:pt x="1209243" y="205346"/>
                  </a:lnTo>
                  <a:lnTo>
                    <a:pt x="1192530" y="249186"/>
                  </a:lnTo>
                  <a:lnTo>
                    <a:pt x="1188237" y="268351"/>
                  </a:lnTo>
                  <a:lnTo>
                    <a:pt x="76200" y="268351"/>
                  </a:lnTo>
                  <a:lnTo>
                    <a:pt x="46558" y="274358"/>
                  </a:lnTo>
                  <a:lnTo>
                    <a:pt x="22326" y="290690"/>
                  </a:lnTo>
                  <a:lnTo>
                    <a:pt x="5994" y="314921"/>
                  </a:lnTo>
                  <a:lnTo>
                    <a:pt x="0" y="344551"/>
                  </a:lnTo>
                  <a:lnTo>
                    <a:pt x="5994" y="374192"/>
                  </a:lnTo>
                  <a:lnTo>
                    <a:pt x="22326" y="398424"/>
                  </a:lnTo>
                  <a:lnTo>
                    <a:pt x="46558" y="414756"/>
                  </a:lnTo>
                  <a:lnTo>
                    <a:pt x="76200" y="420751"/>
                  </a:lnTo>
                  <a:lnTo>
                    <a:pt x="1188237" y="420751"/>
                  </a:lnTo>
                  <a:lnTo>
                    <a:pt x="1192530" y="439928"/>
                  </a:lnTo>
                  <a:lnTo>
                    <a:pt x="1209243" y="483768"/>
                  </a:lnTo>
                  <a:lnTo>
                    <a:pt x="1231747" y="524357"/>
                  </a:lnTo>
                  <a:lnTo>
                    <a:pt x="1259547" y="561200"/>
                  </a:lnTo>
                  <a:lnTo>
                    <a:pt x="1292110" y="593763"/>
                  </a:lnTo>
                  <a:lnTo>
                    <a:pt x="1328953" y="621563"/>
                  </a:lnTo>
                  <a:lnTo>
                    <a:pt x="1369542" y="644067"/>
                  </a:lnTo>
                  <a:lnTo>
                    <a:pt x="1413383" y="660781"/>
                  </a:lnTo>
                  <a:lnTo>
                    <a:pt x="1459953" y="671182"/>
                  </a:lnTo>
                  <a:lnTo>
                    <a:pt x="1508760" y="674751"/>
                  </a:lnTo>
                  <a:lnTo>
                    <a:pt x="1557553" y="671182"/>
                  </a:lnTo>
                  <a:lnTo>
                    <a:pt x="1604124" y="660781"/>
                  </a:lnTo>
                  <a:lnTo>
                    <a:pt x="1647964" y="644067"/>
                  </a:lnTo>
                  <a:lnTo>
                    <a:pt x="1688553" y="621563"/>
                  </a:lnTo>
                  <a:lnTo>
                    <a:pt x="1725396" y="593763"/>
                  </a:lnTo>
                  <a:lnTo>
                    <a:pt x="1757959" y="561200"/>
                  </a:lnTo>
                  <a:lnTo>
                    <a:pt x="1785759" y="524357"/>
                  </a:lnTo>
                  <a:lnTo>
                    <a:pt x="1808264" y="483768"/>
                  </a:lnTo>
                  <a:lnTo>
                    <a:pt x="1824977" y="439928"/>
                  </a:lnTo>
                  <a:lnTo>
                    <a:pt x="1829257" y="420751"/>
                  </a:lnTo>
                  <a:lnTo>
                    <a:pt x="3721290" y="420751"/>
                  </a:lnTo>
                  <a:lnTo>
                    <a:pt x="3739083" y="469417"/>
                  </a:lnTo>
                  <a:lnTo>
                    <a:pt x="3761587" y="510019"/>
                  </a:lnTo>
                  <a:lnTo>
                    <a:pt x="3789388" y="546862"/>
                  </a:lnTo>
                  <a:lnTo>
                    <a:pt x="3821950" y="579424"/>
                  </a:lnTo>
                  <a:lnTo>
                    <a:pt x="3858793" y="607225"/>
                  </a:lnTo>
                  <a:lnTo>
                    <a:pt x="3899382" y="629742"/>
                  </a:lnTo>
                  <a:lnTo>
                    <a:pt x="3943223" y="646455"/>
                  </a:lnTo>
                  <a:lnTo>
                    <a:pt x="3989794" y="656856"/>
                  </a:lnTo>
                  <a:lnTo>
                    <a:pt x="4038600" y="660425"/>
                  </a:lnTo>
                  <a:lnTo>
                    <a:pt x="4087393" y="656856"/>
                  </a:lnTo>
                  <a:lnTo>
                    <a:pt x="4133964" y="646455"/>
                  </a:lnTo>
                  <a:lnTo>
                    <a:pt x="4177804" y="629742"/>
                  </a:lnTo>
                  <a:lnTo>
                    <a:pt x="4218394" y="607225"/>
                  </a:lnTo>
                  <a:lnTo>
                    <a:pt x="4255236" y="579424"/>
                  </a:lnTo>
                  <a:lnTo>
                    <a:pt x="4287799" y="546862"/>
                  </a:lnTo>
                  <a:lnTo>
                    <a:pt x="4315599" y="510019"/>
                  </a:lnTo>
                  <a:lnTo>
                    <a:pt x="4338104" y="469417"/>
                  </a:lnTo>
                  <a:lnTo>
                    <a:pt x="4354817" y="425577"/>
                  </a:lnTo>
                  <a:lnTo>
                    <a:pt x="4355884" y="420751"/>
                  </a:lnTo>
                  <a:lnTo>
                    <a:pt x="6124130" y="420751"/>
                  </a:lnTo>
                  <a:lnTo>
                    <a:pt x="6141923" y="469417"/>
                  </a:lnTo>
                  <a:lnTo>
                    <a:pt x="6164427" y="510019"/>
                  </a:lnTo>
                  <a:lnTo>
                    <a:pt x="6192228" y="546862"/>
                  </a:lnTo>
                  <a:lnTo>
                    <a:pt x="6224790" y="579424"/>
                  </a:lnTo>
                  <a:lnTo>
                    <a:pt x="6261633" y="607225"/>
                  </a:lnTo>
                  <a:lnTo>
                    <a:pt x="6302222" y="629742"/>
                  </a:lnTo>
                  <a:lnTo>
                    <a:pt x="6346063" y="646455"/>
                  </a:lnTo>
                  <a:lnTo>
                    <a:pt x="6392634" y="656856"/>
                  </a:lnTo>
                  <a:lnTo>
                    <a:pt x="6441440" y="660425"/>
                  </a:lnTo>
                  <a:lnTo>
                    <a:pt x="6490233" y="656856"/>
                  </a:lnTo>
                  <a:lnTo>
                    <a:pt x="6536804" y="646455"/>
                  </a:lnTo>
                  <a:lnTo>
                    <a:pt x="6580645" y="629742"/>
                  </a:lnTo>
                  <a:lnTo>
                    <a:pt x="6621234" y="607225"/>
                  </a:lnTo>
                  <a:lnTo>
                    <a:pt x="6658076" y="579424"/>
                  </a:lnTo>
                  <a:lnTo>
                    <a:pt x="6690639" y="546862"/>
                  </a:lnTo>
                  <a:lnTo>
                    <a:pt x="6718440" y="510019"/>
                  </a:lnTo>
                  <a:lnTo>
                    <a:pt x="6740944" y="469417"/>
                  </a:lnTo>
                  <a:lnTo>
                    <a:pt x="6757657" y="425577"/>
                  </a:lnTo>
                  <a:lnTo>
                    <a:pt x="6758724" y="420751"/>
                  </a:lnTo>
                  <a:lnTo>
                    <a:pt x="8081442" y="420751"/>
                  </a:lnTo>
                  <a:lnTo>
                    <a:pt x="7867650" y="545465"/>
                  </a:lnTo>
                  <a:lnTo>
                    <a:pt x="7844993" y="565581"/>
                  </a:lnTo>
                  <a:lnTo>
                    <a:pt x="7832306" y="591883"/>
                  </a:lnTo>
                  <a:lnTo>
                    <a:pt x="7830426" y="621017"/>
                  </a:lnTo>
                  <a:lnTo>
                    <a:pt x="7840218" y="649643"/>
                  </a:lnTo>
                  <a:lnTo>
                    <a:pt x="7860322" y="672249"/>
                  </a:lnTo>
                  <a:lnTo>
                    <a:pt x="7886611" y="684949"/>
                  </a:lnTo>
                  <a:lnTo>
                    <a:pt x="7915745" y="686854"/>
                  </a:lnTo>
                  <a:lnTo>
                    <a:pt x="7944358" y="677075"/>
                  </a:lnTo>
                  <a:lnTo>
                    <a:pt x="8383816" y="420751"/>
                  </a:lnTo>
                  <a:lnTo>
                    <a:pt x="8514461" y="344551"/>
                  </a:lnTo>
                  <a:close/>
                </a:path>
              </a:pathLst>
            </a:custGeom>
            <a:solidFill>
              <a:srgbClr val="20B782"/>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4" name="object 4"/>
            <p:cNvPicPr/>
            <p:nvPr/>
          </p:nvPicPr>
          <p:blipFill>
            <a:blip r:embed="rId2" cstate="print"/>
            <a:stretch>
              <a:fillRect/>
            </a:stretch>
          </p:blipFill>
          <p:spPr>
            <a:xfrm>
              <a:off x="1863090" y="2383908"/>
              <a:ext cx="1329690" cy="1329689"/>
            </a:xfrm>
            <a:prstGeom prst="rect">
              <a:avLst/>
            </a:prstGeom>
          </p:spPr>
        </p:pic>
        <p:sp>
          <p:nvSpPr>
            <p:cNvPr id="5" name="object 5"/>
            <p:cNvSpPr txBox="1"/>
            <p:nvPr/>
          </p:nvSpPr>
          <p:spPr>
            <a:xfrm>
              <a:off x="2077782" y="5274708"/>
              <a:ext cx="1046417" cy="255839"/>
            </a:xfrm>
            <a:prstGeom prst="rect">
              <a:avLst/>
            </a:prstGeom>
          </p:spPr>
          <p:txBody>
            <a:bodyPr vert="horz" wrap="square" lIns="0" tIns="9525" rIns="0" bIns="0" rtlCol="0">
              <a:spAutoFit/>
            </a:bodyPr>
            <a:lstStyle/>
            <a:p>
              <a:pPr marL="9525">
                <a:spcBef>
                  <a:spcPts val="75"/>
                </a:spcBef>
              </a:pPr>
              <a:r>
                <a:rPr sz="1600" spc="-8" dirty="0">
                  <a:solidFill>
                    <a:srgbClr val="1B2731"/>
                  </a:solidFill>
                  <a:latin typeface="Meiryo" panose="020B0604030504040204" pitchFamily="34" charset="-128"/>
                  <a:ea typeface="Meiryo" panose="020B0604030504040204" pitchFamily="34" charset="-128"/>
                  <a:cs typeface="Yu Gothic Medium"/>
                </a:rPr>
                <a:t>コミット</a:t>
              </a:r>
              <a:r>
                <a:rPr sz="1600" spc="-38" dirty="0">
                  <a:solidFill>
                    <a:srgbClr val="1B2731"/>
                  </a:solidFill>
                  <a:latin typeface="Meiryo" panose="020B0604030504040204" pitchFamily="34" charset="-128"/>
                  <a:ea typeface="Meiryo" panose="020B0604030504040204" pitchFamily="34" charset="-128"/>
                  <a:cs typeface="Yu Gothic Medium"/>
                </a:rPr>
                <a:t>1</a:t>
              </a:r>
              <a:endParaRPr sz="1600">
                <a:solidFill>
                  <a:srgbClr val="1B2731"/>
                </a:solidFill>
                <a:latin typeface="Meiryo" panose="020B0604030504040204" pitchFamily="34" charset="-128"/>
                <a:ea typeface="Meiryo" panose="020B0604030504040204" pitchFamily="34" charset="-128"/>
                <a:cs typeface="Yu Gothic Medium"/>
              </a:endParaRPr>
            </a:p>
          </p:txBody>
        </p:sp>
        <p:sp>
          <p:nvSpPr>
            <p:cNvPr id="6" name="object 6"/>
            <p:cNvSpPr txBox="1"/>
            <p:nvPr/>
          </p:nvSpPr>
          <p:spPr>
            <a:xfrm>
              <a:off x="1863089" y="3888249"/>
              <a:ext cx="1800675" cy="563616"/>
            </a:xfrm>
            <a:prstGeom prst="rect">
              <a:avLst/>
            </a:prstGeom>
          </p:spPr>
          <p:txBody>
            <a:bodyPr vert="horz" wrap="square" lIns="0" tIns="9525" rIns="0" bIns="0" rtlCol="0">
              <a:spAutoFit/>
            </a:bodyPr>
            <a:lstStyle/>
            <a:p>
              <a:pPr marL="9525" algn="ctr">
                <a:spcBef>
                  <a:spcPts val="75"/>
                </a:spcBef>
              </a:pPr>
              <a:r>
                <a:rPr lang="ja-JP" altLang="en-US" spc="-15">
                  <a:solidFill>
                    <a:srgbClr val="1B2731"/>
                  </a:solidFill>
                  <a:latin typeface="Meiryo" panose="020B0604030504040204" pitchFamily="34" charset="-128"/>
                  <a:ea typeface="Meiryo" panose="020B0604030504040204" pitchFamily="34" charset="-128"/>
                  <a:cs typeface="Yu Gothic Medium"/>
                </a:rPr>
                <a:t>ステートマシンの構築</a:t>
              </a:r>
              <a:endParaRPr dirty="0">
                <a:solidFill>
                  <a:srgbClr val="1B2731"/>
                </a:solidFill>
                <a:latin typeface="Meiryo" panose="020B0604030504040204" pitchFamily="34" charset="-128"/>
                <a:ea typeface="Meiryo" panose="020B0604030504040204" pitchFamily="34" charset="-128"/>
                <a:cs typeface="Yu Gothic Medium"/>
              </a:endParaRPr>
            </a:p>
          </p:txBody>
        </p:sp>
        <p:pic>
          <p:nvPicPr>
            <p:cNvPr id="7" name="object 7"/>
            <p:cNvPicPr/>
            <p:nvPr/>
          </p:nvPicPr>
          <p:blipFill>
            <a:blip r:embed="rId2" cstate="print"/>
            <a:stretch>
              <a:fillRect/>
            </a:stretch>
          </p:blipFill>
          <p:spPr>
            <a:xfrm>
              <a:off x="3865838" y="2703704"/>
              <a:ext cx="973695" cy="973696"/>
            </a:xfrm>
            <a:prstGeom prst="rect">
              <a:avLst/>
            </a:prstGeom>
          </p:spPr>
        </p:pic>
        <p:pic>
          <p:nvPicPr>
            <p:cNvPr id="8" name="object 8"/>
            <p:cNvPicPr/>
            <p:nvPr/>
          </p:nvPicPr>
          <p:blipFill>
            <a:blip r:embed="rId2" cstate="print"/>
            <a:stretch>
              <a:fillRect/>
            </a:stretch>
          </p:blipFill>
          <p:spPr>
            <a:xfrm>
              <a:off x="5562600" y="2380955"/>
              <a:ext cx="1329690" cy="1329690"/>
            </a:xfrm>
            <a:prstGeom prst="rect">
              <a:avLst/>
            </a:prstGeom>
          </p:spPr>
        </p:pic>
        <p:sp>
          <p:nvSpPr>
            <p:cNvPr id="9" name="object 9"/>
            <p:cNvSpPr txBox="1"/>
            <p:nvPr/>
          </p:nvSpPr>
          <p:spPr>
            <a:xfrm>
              <a:off x="4032326" y="3874337"/>
              <a:ext cx="1057833" cy="576440"/>
            </a:xfrm>
            <a:prstGeom prst="rect">
              <a:avLst/>
            </a:prstGeom>
          </p:spPr>
          <p:txBody>
            <a:bodyPr vert="horz" wrap="square" lIns="0" tIns="9525" rIns="0" bIns="0" rtlCol="0">
              <a:spAutoFit/>
            </a:bodyPr>
            <a:lstStyle/>
            <a:p>
              <a:pPr marL="9525" algn="ctr">
                <a:spcBef>
                  <a:spcPts val="75"/>
                </a:spcBef>
              </a:pPr>
              <a:r>
                <a:rPr lang="ja-JP" altLang="en-US" spc="-15">
                  <a:solidFill>
                    <a:srgbClr val="1B2731"/>
                  </a:solidFill>
                  <a:latin typeface="Meiryo" panose="020B0604030504040204" pitchFamily="34" charset="-128"/>
                  <a:ea typeface="Meiryo" panose="020B0604030504040204" pitchFamily="34" charset="-128"/>
                  <a:cs typeface="Yu Gothic Medium"/>
                </a:rPr>
                <a:t>物体認識</a:t>
              </a:r>
              <a:endParaRPr lang="en-US" altLang="ja-JP" spc="-15" dirty="0">
                <a:solidFill>
                  <a:srgbClr val="1B2731"/>
                </a:solidFill>
                <a:latin typeface="Meiryo" panose="020B0604030504040204" pitchFamily="34" charset="-128"/>
                <a:ea typeface="Meiryo" panose="020B0604030504040204" pitchFamily="34" charset="-128"/>
                <a:cs typeface="Yu Gothic Medium"/>
              </a:endParaRPr>
            </a:p>
            <a:p>
              <a:pPr marL="9525" algn="ctr">
                <a:spcBef>
                  <a:spcPts val="75"/>
                </a:spcBef>
              </a:pPr>
              <a:r>
                <a:rPr lang="ja-JP" altLang="en-US" spc="-15">
                  <a:solidFill>
                    <a:srgbClr val="1B2731"/>
                  </a:solidFill>
                  <a:latin typeface="Meiryo" panose="020B0604030504040204" pitchFamily="34" charset="-128"/>
                  <a:ea typeface="Meiryo" panose="020B0604030504040204" pitchFamily="34" charset="-128"/>
                  <a:cs typeface="Yu Gothic Medium"/>
                </a:rPr>
                <a:t>の実装</a:t>
              </a:r>
              <a:endParaRPr dirty="0">
                <a:solidFill>
                  <a:srgbClr val="1B2731"/>
                </a:solidFill>
                <a:latin typeface="Meiryo" panose="020B0604030504040204" pitchFamily="34" charset="-128"/>
                <a:ea typeface="Meiryo" panose="020B0604030504040204" pitchFamily="34" charset="-128"/>
                <a:cs typeface="Yu Gothic Medium"/>
              </a:endParaRPr>
            </a:p>
          </p:txBody>
        </p:sp>
        <p:sp>
          <p:nvSpPr>
            <p:cNvPr id="10" name="object 10"/>
            <p:cNvSpPr txBox="1"/>
            <p:nvPr/>
          </p:nvSpPr>
          <p:spPr>
            <a:xfrm>
              <a:off x="5482621" y="3888249"/>
              <a:ext cx="1489647" cy="625171"/>
            </a:xfrm>
            <a:prstGeom prst="rect">
              <a:avLst/>
            </a:prstGeom>
          </p:spPr>
          <p:txBody>
            <a:bodyPr vert="horz" wrap="square" lIns="0" tIns="9525" rIns="0" bIns="0" rtlCol="0">
              <a:spAutoFit/>
            </a:bodyPr>
            <a:lstStyle/>
            <a:p>
              <a:pPr marL="9525" algn="ctr">
                <a:spcBef>
                  <a:spcPts val="75"/>
                </a:spcBef>
              </a:pPr>
              <a:r>
                <a:rPr lang="ja-JP" altLang="en-US" sz="2000" spc="-15">
                  <a:solidFill>
                    <a:srgbClr val="1B2731"/>
                  </a:solidFill>
                  <a:latin typeface="Meiryo" panose="020B0604030504040204" pitchFamily="34" charset="-128"/>
                  <a:ea typeface="Meiryo" panose="020B0604030504040204" pitchFamily="34" charset="-128"/>
                  <a:cs typeface="Yu Gothic Medium"/>
                </a:rPr>
                <a:t>人物認識の追加</a:t>
              </a:r>
              <a:endParaRPr sz="1400" dirty="0">
                <a:solidFill>
                  <a:srgbClr val="1B2731"/>
                </a:solidFill>
                <a:latin typeface="Meiryo" panose="020B0604030504040204" pitchFamily="34" charset="-128"/>
                <a:ea typeface="Meiryo" panose="020B0604030504040204" pitchFamily="34" charset="-128"/>
                <a:cs typeface="Yu Gothic Medium"/>
              </a:endParaRPr>
            </a:p>
          </p:txBody>
        </p:sp>
        <p:sp>
          <p:nvSpPr>
            <p:cNvPr id="11" name="object 11"/>
            <p:cNvSpPr txBox="1"/>
            <p:nvPr/>
          </p:nvSpPr>
          <p:spPr>
            <a:xfrm>
              <a:off x="3975353" y="5278137"/>
              <a:ext cx="1045795" cy="255839"/>
            </a:xfrm>
            <a:prstGeom prst="rect">
              <a:avLst/>
            </a:prstGeom>
          </p:spPr>
          <p:txBody>
            <a:bodyPr vert="horz" wrap="square" lIns="0" tIns="9525" rIns="0" bIns="0" rtlCol="0">
              <a:spAutoFit/>
            </a:bodyPr>
            <a:lstStyle/>
            <a:p>
              <a:pPr marL="9525">
                <a:spcBef>
                  <a:spcPts val="75"/>
                </a:spcBef>
              </a:pPr>
              <a:r>
                <a:rPr sz="1600" dirty="0">
                  <a:solidFill>
                    <a:srgbClr val="1B2731"/>
                  </a:solidFill>
                  <a:latin typeface="Meiryo" panose="020B0604030504040204" pitchFamily="34" charset="-128"/>
                  <a:ea typeface="Meiryo" panose="020B0604030504040204" pitchFamily="34" charset="-128"/>
                  <a:cs typeface="Yu Gothic Medium"/>
                </a:rPr>
                <a:t>コミット</a:t>
              </a:r>
              <a:r>
                <a:rPr sz="1600" spc="-38" dirty="0">
                  <a:solidFill>
                    <a:srgbClr val="1B2731"/>
                  </a:solidFill>
                  <a:latin typeface="Meiryo" panose="020B0604030504040204" pitchFamily="34" charset="-128"/>
                  <a:ea typeface="Meiryo" panose="020B0604030504040204" pitchFamily="34" charset="-128"/>
                  <a:cs typeface="Yu Gothic Medium"/>
                </a:rPr>
                <a:t>2</a:t>
              </a:r>
              <a:endParaRPr sz="1600">
                <a:solidFill>
                  <a:srgbClr val="1B2731"/>
                </a:solidFill>
                <a:latin typeface="Meiryo" panose="020B0604030504040204" pitchFamily="34" charset="-128"/>
                <a:ea typeface="Meiryo" panose="020B0604030504040204" pitchFamily="34" charset="-128"/>
                <a:cs typeface="Yu Gothic Medium"/>
              </a:endParaRPr>
            </a:p>
          </p:txBody>
        </p:sp>
        <p:sp>
          <p:nvSpPr>
            <p:cNvPr id="12" name="object 12"/>
            <p:cNvSpPr txBox="1"/>
            <p:nvPr/>
          </p:nvSpPr>
          <p:spPr>
            <a:xfrm>
              <a:off x="5777673" y="5274708"/>
              <a:ext cx="1046417" cy="255839"/>
            </a:xfrm>
            <a:prstGeom prst="rect">
              <a:avLst/>
            </a:prstGeom>
          </p:spPr>
          <p:txBody>
            <a:bodyPr vert="horz" wrap="square" lIns="0" tIns="9525" rIns="0" bIns="0" rtlCol="0">
              <a:spAutoFit/>
            </a:bodyPr>
            <a:lstStyle/>
            <a:p>
              <a:pPr marL="9525">
                <a:spcBef>
                  <a:spcPts val="75"/>
                </a:spcBef>
              </a:pPr>
              <a:r>
                <a:rPr sz="1600" spc="-8" dirty="0">
                  <a:solidFill>
                    <a:srgbClr val="1B2731"/>
                  </a:solidFill>
                  <a:latin typeface="Meiryo" panose="020B0604030504040204" pitchFamily="34" charset="-128"/>
                  <a:ea typeface="Meiryo" panose="020B0604030504040204" pitchFamily="34" charset="-128"/>
                  <a:cs typeface="Yu Gothic Medium"/>
                </a:rPr>
                <a:t>コミット</a:t>
              </a:r>
              <a:r>
                <a:rPr sz="1600" spc="-38" dirty="0">
                  <a:solidFill>
                    <a:srgbClr val="1B2731"/>
                  </a:solidFill>
                  <a:latin typeface="Meiryo" panose="020B0604030504040204" pitchFamily="34" charset="-128"/>
                  <a:ea typeface="Meiryo" panose="020B0604030504040204" pitchFamily="34" charset="-128"/>
                  <a:cs typeface="Yu Gothic Medium"/>
                </a:rPr>
                <a:t>3</a:t>
              </a:r>
              <a:endParaRPr sz="1600">
                <a:solidFill>
                  <a:srgbClr val="1B2731"/>
                </a:solidFill>
                <a:latin typeface="Meiryo" panose="020B0604030504040204" pitchFamily="34" charset="-128"/>
                <a:ea typeface="Meiryo" panose="020B0604030504040204" pitchFamily="34" charset="-128"/>
                <a:cs typeface="Yu Gothic Medium"/>
              </a:endParaRPr>
            </a:p>
          </p:txBody>
        </p:sp>
        <p:sp>
          <p:nvSpPr>
            <p:cNvPr id="13" name="テキスト ボックス 12">
              <a:extLst>
                <a:ext uri="{FF2B5EF4-FFF2-40B4-BE49-F238E27FC236}">
                  <a16:creationId xmlns:a16="http://schemas.microsoft.com/office/drawing/2014/main" id="{F4271FDF-63A4-8B9F-E79F-3958D8BF438C}"/>
                </a:ext>
              </a:extLst>
            </p:cNvPr>
            <p:cNvSpPr txBox="1"/>
            <p:nvPr/>
          </p:nvSpPr>
          <p:spPr>
            <a:xfrm>
              <a:off x="1396366" y="3710550"/>
              <a:ext cx="617477" cy="369332"/>
            </a:xfrm>
            <a:prstGeom prst="rect">
              <a:avLst/>
            </a:prstGeom>
            <a:noFill/>
          </p:spPr>
          <p:txBody>
            <a:bodyPr wrap="none" rtlCol="0">
              <a:spAutoFit/>
            </a:bodyPr>
            <a:lstStyle/>
            <a:p>
              <a:r>
                <a:rPr kumimoji="1" lang="en-US" altLang="ja-JP" dirty="0">
                  <a:solidFill>
                    <a:srgbClr val="1B2731"/>
                  </a:solidFill>
                  <a:latin typeface="Meiryo" panose="020B0604030504040204" pitchFamily="34" charset="-128"/>
                  <a:ea typeface="Meiryo" panose="020B0604030504040204" pitchFamily="34" charset="-128"/>
                </a:rPr>
                <a:t>(</a:t>
              </a:r>
              <a:r>
                <a:rPr kumimoji="1" lang="ja-JP" altLang="en-US">
                  <a:solidFill>
                    <a:srgbClr val="1B2731"/>
                  </a:solidFill>
                  <a:latin typeface="Meiryo" panose="020B0604030504040204" pitchFamily="34" charset="-128"/>
                  <a:ea typeface="Meiryo" panose="020B0604030504040204" pitchFamily="34" charset="-128"/>
                </a:rPr>
                <a:t>例</a:t>
              </a:r>
              <a:r>
                <a:rPr kumimoji="1" lang="en-US" altLang="ja-JP" dirty="0">
                  <a:solidFill>
                    <a:srgbClr val="1B2731"/>
                  </a:solidFill>
                  <a:latin typeface="Meiryo" panose="020B0604030504040204" pitchFamily="34" charset="-128"/>
                  <a:ea typeface="Meiryo" panose="020B0604030504040204" pitchFamily="34" charset="-128"/>
                </a:rPr>
                <a:t>)</a:t>
              </a:r>
              <a:endParaRPr kumimoji="1" lang="ja-JP" altLang="en-US">
                <a:solidFill>
                  <a:srgbClr val="1B2731"/>
                </a:solidFill>
                <a:latin typeface="Meiryo" panose="020B0604030504040204" pitchFamily="34" charset="-128"/>
                <a:ea typeface="Meiryo" panose="020B0604030504040204" pitchFamily="34" charset="-128"/>
              </a:endParaRPr>
            </a:p>
          </p:txBody>
        </p:sp>
      </p:grpSp>
      <p:sp>
        <p:nvSpPr>
          <p:cNvPr id="14" name="Slide Number Placeholder 5">
            <a:extLst>
              <a:ext uri="{FF2B5EF4-FFF2-40B4-BE49-F238E27FC236}">
                <a16:creationId xmlns:a16="http://schemas.microsoft.com/office/drawing/2014/main" id="{D39746D5-61C9-E9FF-AEDC-375EEC3F4747}"/>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7</a:t>
            </a:fld>
            <a:endParaRPr kumimoji="1" lang="ja-JP" altLang="en-US">
              <a:solidFill>
                <a:srgbClr val="1B2731"/>
              </a:solidFill>
            </a:endParaRPr>
          </a:p>
        </p:txBody>
      </p:sp>
      <p:sp>
        <p:nvSpPr>
          <p:cNvPr id="15" name="object 7">
            <a:extLst>
              <a:ext uri="{FF2B5EF4-FFF2-40B4-BE49-F238E27FC236}">
                <a16:creationId xmlns:a16="http://schemas.microsoft.com/office/drawing/2014/main" id="{5C2FEBD8-E655-A036-F961-528CEC4083F3}"/>
              </a:ext>
            </a:extLst>
          </p:cNvPr>
          <p:cNvSpPr txBox="1">
            <a:spLocks/>
          </p:cNvSpPr>
          <p:nvPr/>
        </p:nvSpPr>
        <p:spPr>
          <a:xfrm>
            <a:off x="304800" y="76200"/>
            <a:ext cx="78486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16">
                <a:solidFill>
                  <a:srgbClr val="1B2731"/>
                </a:solidFill>
                <a:latin typeface="Meiryo" panose="020B0604030504040204" pitchFamily="34" charset="-128"/>
              </a:rPr>
              <a:t>コミット</a:t>
            </a:r>
            <a:r>
              <a:rPr lang="en-US" altLang="ja-JP" sz="3600" spc="116" dirty="0">
                <a:solidFill>
                  <a:srgbClr val="1B2731"/>
                </a:solidFill>
                <a:latin typeface="Meiryo" panose="020B0604030504040204" pitchFamily="34" charset="-128"/>
              </a:rPr>
              <a:t>(</a:t>
            </a:r>
            <a:r>
              <a:rPr lang="en" altLang="ja-JP" sz="3600" spc="-8" dirty="0">
                <a:solidFill>
                  <a:srgbClr val="1B2731"/>
                </a:solidFill>
                <a:latin typeface="Meiryo" panose="020B0604030504040204" pitchFamily="34" charset="-128"/>
              </a:rPr>
              <a:t>commit)</a:t>
            </a:r>
            <a:endParaRPr lang="ja-JP" altLang="en-US" sz="3600" dirty="0">
              <a:solidFill>
                <a:srgbClr val="1B2731"/>
              </a:solidFill>
              <a:latin typeface="Meiryo" panose="020B0604030504040204" pitchFamily="34" charset="-128"/>
            </a:endParaRPr>
          </a:p>
        </p:txBody>
      </p:sp>
      <p:sp>
        <p:nvSpPr>
          <p:cNvPr id="16" name="テキスト ボックス 15">
            <a:extLst>
              <a:ext uri="{FF2B5EF4-FFF2-40B4-BE49-F238E27FC236}">
                <a16:creationId xmlns:a16="http://schemas.microsoft.com/office/drawing/2014/main" id="{11DA1F5F-40D9-936C-F5ED-3B3E756F6F2E}"/>
              </a:ext>
            </a:extLst>
          </p:cNvPr>
          <p:cNvSpPr txBox="1"/>
          <p:nvPr/>
        </p:nvSpPr>
        <p:spPr>
          <a:xfrm>
            <a:off x="1709678" y="1012690"/>
            <a:ext cx="5724644" cy="1128579"/>
          </a:xfrm>
          <a:prstGeom prst="rect">
            <a:avLst/>
          </a:prstGeom>
          <a:noFill/>
        </p:spPr>
        <p:txBody>
          <a:bodyPr wrap="none" rtlCol="0">
            <a:spAutoFit/>
          </a:bodyPr>
          <a:lstStyle/>
          <a:p>
            <a:pPr algn="ctr">
              <a:lnSpc>
                <a:spcPct val="150000"/>
              </a:lnSpc>
            </a:pPr>
            <a:r>
              <a:rPr lang="ja-JP" altLang="en-US" sz="2400"/>
              <a:t>ファイルやディレクトリの追加・変更を</a:t>
            </a:r>
            <a:endParaRPr lang="en-US" altLang="ja-JP" sz="2400" dirty="0"/>
          </a:p>
          <a:p>
            <a:pPr algn="ctr">
              <a:lnSpc>
                <a:spcPct val="150000"/>
              </a:lnSpc>
            </a:pPr>
            <a:r>
              <a:rPr lang="ja-JP" altLang="en-US" sz="2400"/>
              <a:t>リポジトリに記録する操作</a:t>
            </a:r>
            <a:endParaRPr kumimoji="1" lang="ja-JP" altLang="en-US" sz="2400"/>
          </a:p>
        </p:txBody>
      </p:sp>
      <p:pic>
        <p:nvPicPr>
          <p:cNvPr id="18" name="object 4">
            <a:extLst>
              <a:ext uri="{FF2B5EF4-FFF2-40B4-BE49-F238E27FC236}">
                <a16:creationId xmlns:a16="http://schemas.microsoft.com/office/drawing/2014/main" id="{0FB54395-5B1D-E4F1-F5C0-C37E4FBE44AE}"/>
              </a:ext>
            </a:extLst>
          </p:cNvPr>
          <p:cNvPicPr/>
          <p:nvPr/>
        </p:nvPicPr>
        <p:blipFill>
          <a:blip r:embed="rId2" cstate="print"/>
          <a:stretch>
            <a:fillRect/>
          </a:stretch>
        </p:blipFill>
        <p:spPr>
          <a:xfrm>
            <a:off x="4335302" y="2502012"/>
            <a:ext cx="973694" cy="9736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8276" y="2153418"/>
            <a:ext cx="6441281" cy="1809274"/>
            <a:chOff x="1727200" y="3264527"/>
            <a:chExt cx="8588375" cy="2412365"/>
          </a:xfrm>
        </p:grpSpPr>
        <p:sp>
          <p:nvSpPr>
            <p:cNvPr id="3" name="object 3"/>
            <p:cNvSpPr/>
            <p:nvPr/>
          </p:nvSpPr>
          <p:spPr>
            <a:xfrm>
              <a:off x="3235960" y="3606800"/>
              <a:ext cx="1117600" cy="1397000"/>
            </a:xfrm>
            <a:custGeom>
              <a:avLst/>
              <a:gdLst/>
              <a:ahLst/>
              <a:cxnLst/>
              <a:rect l="l" t="t" r="r" b="b"/>
              <a:pathLst>
                <a:path w="1117600" h="1397000">
                  <a:moveTo>
                    <a:pt x="0" y="1397000"/>
                  </a:moveTo>
                  <a:lnTo>
                    <a:pt x="1117600" y="0"/>
                  </a:lnTo>
                </a:path>
              </a:pathLst>
            </a:custGeom>
            <a:ln w="152400">
              <a:solidFill>
                <a:srgbClr val="FFC00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4" name="object 4"/>
            <p:cNvSpPr/>
            <p:nvPr/>
          </p:nvSpPr>
          <p:spPr>
            <a:xfrm>
              <a:off x="1727200" y="4989448"/>
              <a:ext cx="8514715" cy="687070"/>
            </a:xfrm>
            <a:custGeom>
              <a:avLst/>
              <a:gdLst/>
              <a:ahLst/>
              <a:cxnLst/>
              <a:rect l="l" t="t" r="r" b="b"/>
              <a:pathLst>
                <a:path w="8514715" h="687070">
                  <a:moveTo>
                    <a:pt x="8514461" y="344551"/>
                  </a:moveTo>
                  <a:lnTo>
                    <a:pt x="8417115" y="287794"/>
                  </a:lnTo>
                  <a:lnTo>
                    <a:pt x="8417115" y="398424"/>
                  </a:lnTo>
                  <a:lnTo>
                    <a:pt x="8392896" y="414756"/>
                  </a:lnTo>
                  <a:lnTo>
                    <a:pt x="8399437" y="410337"/>
                  </a:lnTo>
                  <a:lnTo>
                    <a:pt x="8417115" y="398424"/>
                  </a:lnTo>
                  <a:lnTo>
                    <a:pt x="8417115" y="287794"/>
                  </a:lnTo>
                  <a:lnTo>
                    <a:pt x="8383791" y="268351"/>
                  </a:lnTo>
                  <a:lnTo>
                    <a:pt x="7944358" y="12065"/>
                  </a:lnTo>
                  <a:lnTo>
                    <a:pt x="7915745" y="2286"/>
                  </a:lnTo>
                  <a:lnTo>
                    <a:pt x="7886611" y="4165"/>
                  </a:lnTo>
                  <a:lnTo>
                    <a:pt x="7860322" y="16852"/>
                  </a:lnTo>
                  <a:lnTo>
                    <a:pt x="7840218" y="39497"/>
                  </a:lnTo>
                  <a:lnTo>
                    <a:pt x="7830426" y="68110"/>
                  </a:lnTo>
                  <a:lnTo>
                    <a:pt x="7832306" y="97243"/>
                  </a:lnTo>
                  <a:lnTo>
                    <a:pt x="7844993" y="123532"/>
                  </a:lnTo>
                  <a:lnTo>
                    <a:pt x="7867650" y="143637"/>
                  </a:lnTo>
                  <a:lnTo>
                    <a:pt x="8081442" y="268351"/>
                  </a:lnTo>
                  <a:lnTo>
                    <a:pt x="6765137" y="268351"/>
                  </a:lnTo>
                  <a:lnTo>
                    <a:pt x="6740944" y="190995"/>
                  </a:lnTo>
                  <a:lnTo>
                    <a:pt x="6718440" y="150406"/>
                  </a:lnTo>
                  <a:lnTo>
                    <a:pt x="6690639" y="113563"/>
                  </a:lnTo>
                  <a:lnTo>
                    <a:pt x="6658076" y="81000"/>
                  </a:lnTo>
                  <a:lnTo>
                    <a:pt x="6621234" y="53200"/>
                  </a:lnTo>
                  <a:lnTo>
                    <a:pt x="6580645" y="30695"/>
                  </a:lnTo>
                  <a:lnTo>
                    <a:pt x="6536804" y="13982"/>
                  </a:lnTo>
                  <a:lnTo>
                    <a:pt x="6490233" y="3581"/>
                  </a:lnTo>
                  <a:lnTo>
                    <a:pt x="6441440" y="0"/>
                  </a:lnTo>
                  <a:lnTo>
                    <a:pt x="6392634" y="3581"/>
                  </a:lnTo>
                  <a:lnTo>
                    <a:pt x="6346063" y="13982"/>
                  </a:lnTo>
                  <a:lnTo>
                    <a:pt x="6302222" y="30695"/>
                  </a:lnTo>
                  <a:lnTo>
                    <a:pt x="6261633" y="53200"/>
                  </a:lnTo>
                  <a:lnTo>
                    <a:pt x="6224790" y="81000"/>
                  </a:lnTo>
                  <a:lnTo>
                    <a:pt x="6192228" y="113563"/>
                  </a:lnTo>
                  <a:lnTo>
                    <a:pt x="6164427" y="150406"/>
                  </a:lnTo>
                  <a:lnTo>
                    <a:pt x="6141923" y="190995"/>
                  </a:lnTo>
                  <a:lnTo>
                    <a:pt x="6125210" y="234835"/>
                  </a:lnTo>
                  <a:lnTo>
                    <a:pt x="6117717" y="268351"/>
                  </a:lnTo>
                  <a:lnTo>
                    <a:pt x="4362297" y="268351"/>
                  </a:lnTo>
                  <a:lnTo>
                    <a:pt x="4338104" y="190995"/>
                  </a:lnTo>
                  <a:lnTo>
                    <a:pt x="4315599" y="150406"/>
                  </a:lnTo>
                  <a:lnTo>
                    <a:pt x="4287799" y="113563"/>
                  </a:lnTo>
                  <a:lnTo>
                    <a:pt x="4255236" y="81000"/>
                  </a:lnTo>
                  <a:lnTo>
                    <a:pt x="4218394" y="53200"/>
                  </a:lnTo>
                  <a:lnTo>
                    <a:pt x="4177804" y="30695"/>
                  </a:lnTo>
                  <a:lnTo>
                    <a:pt x="4133964" y="13982"/>
                  </a:lnTo>
                  <a:lnTo>
                    <a:pt x="4087393" y="3581"/>
                  </a:lnTo>
                  <a:lnTo>
                    <a:pt x="4038600" y="0"/>
                  </a:lnTo>
                  <a:lnTo>
                    <a:pt x="3989794" y="3581"/>
                  </a:lnTo>
                  <a:lnTo>
                    <a:pt x="3943223" y="13982"/>
                  </a:lnTo>
                  <a:lnTo>
                    <a:pt x="3899382" y="30695"/>
                  </a:lnTo>
                  <a:lnTo>
                    <a:pt x="3858793" y="53200"/>
                  </a:lnTo>
                  <a:lnTo>
                    <a:pt x="3821950" y="81000"/>
                  </a:lnTo>
                  <a:lnTo>
                    <a:pt x="3789388" y="113563"/>
                  </a:lnTo>
                  <a:lnTo>
                    <a:pt x="3761587" y="150406"/>
                  </a:lnTo>
                  <a:lnTo>
                    <a:pt x="3739083" y="190995"/>
                  </a:lnTo>
                  <a:lnTo>
                    <a:pt x="3722370" y="234835"/>
                  </a:lnTo>
                  <a:lnTo>
                    <a:pt x="3714877" y="268351"/>
                  </a:lnTo>
                  <a:lnTo>
                    <a:pt x="1829257" y="268351"/>
                  </a:lnTo>
                  <a:lnTo>
                    <a:pt x="1808264" y="205346"/>
                  </a:lnTo>
                  <a:lnTo>
                    <a:pt x="1785759" y="164757"/>
                  </a:lnTo>
                  <a:lnTo>
                    <a:pt x="1757959" y="127914"/>
                  </a:lnTo>
                  <a:lnTo>
                    <a:pt x="1725396" y="95351"/>
                  </a:lnTo>
                  <a:lnTo>
                    <a:pt x="1688553" y="67551"/>
                  </a:lnTo>
                  <a:lnTo>
                    <a:pt x="1647964" y="45046"/>
                  </a:lnTo>
                  <a:lnTo>
                    <a:pt x="1604124" y="28333"/>
                  </a:lnTo>
                  <a:lnTo>
                    <a:pt x="1557553" y="17932"/>
                  </a:lnTo>
                  <a:lnTo>
                    <a:pt x="1508760" y="14351"/>
                  </a:lnTo>
                  <a:lnTo>
                    <a:pt x="1459953" y="17932"/>
                  </a:lnTo>
                  <a:lnTo>
                    <a:pt x="1413383" y="28333"/>
                  </a:lnTo>
                  <a:lnTo>
                    <a:pt x="1369542" y="45046"/>
                  </a:lnTo>
                  <a:lnTo>
                    <a:pt x="1328953" y="67551"/>
                  </a:lnTo>
                  <a:lnTo>
                    <a:pt x="1292110" y="95351"/>
                  </a:lnTo>
                  <a:lnTo>
                    <a:pt x="1259547" y="127914"/>
                  </a:lnTo>
                  <a:lnTo>
                    <a:pt x="1231747" y="164757"/>
                  </a:lnTo>
                  <a:lnTo>
                    <a:pt x="1209243" y="205346"/>
                  </a:lnTo>
                  <a:lnTo>
                    <a:pt x="1192530" y="249186"/>
                  </a:lnTo>
                  <a:lnTo>
                    <a:pt x="1188237" y="268351"/>
                  </a:lnTo>
                  <a:lnTo>
                    <a:pt x="76200" y="268351"/>
                  </a:lnTo>
                  <a:lnTo>
                    <a:pt x="46558" y="274358"/>
                  </a:lnTo>
                  <a:lnTo>
                    <a:pt x="22326" y="290690"/>
                  </a:lnTo>
                  <a:lnTo>
                    <a:pt x="5994" y="314921"/>
                  </a:lnTo>
                  <a:lnTo>
                    <a:pt x="0" y="344551"/>
                  </a:lnTo>
                  <a:lnTo>
                    <a:pt x="5994" y="374192"/>
                  </a:lnTo>
                  <a:lnTo>
                    <a:pt x="22326" y="398424"/>
                  </a:lnTo>
                  <a:lnTo>
                    <a:pt x="46558" y="414756"/>
                  </a:lnTo>
                  <a:lnTo>
                    <a:pt x="76200" y="420751"/>
                  </a:lnTo>
                  <a:lnTo>
                    <a:pt x="1188237" y="420751"/>
                  </a:lnTo>
                  <a:lnTo>
                    <a:pt x="1192530" y="439928"/>
                  </a:lnTo>
                  <a:lnTo>
                    <a:pt x="1209243" y="483768"/>
                  </a:lnTo>
                  <a:lnTo>
                    <a:pt x="1231747" y="524357"/>
                  </a:lnTo>
                  <a:lnTo>
                    <a:pt x="1259547" y="561200"/>
                  </a:lnTo>
                  <a:lnTo>
                    <a:pt x="1292110" y="593763"/>
                  </a:lnTo>
                  <a:lnTo>
                    <a:pt x="1328953" y="621563"/>
                  </a:lnTo>
                  <a:lnTo>
                    <a:pt x="1369542" y="644067"/>
                  </a:lnTo>
                  <a:lnTo>
                    <a:pt x="1413383" y="660781"/>
                  </a:lnTo>
                  <a:lnTo>
                    <a:pt x="1459953" y="671182"/>
                  </a:lnTo>
                  <a:lnTo>
                    <a:pt x="1508760" y="674751"/>
                  </a:lnTo>
                  <a:lnTo>
                    <a:pt x="1557553" y="671182"/>
                  </a:lnTo>
                  <a:lnTo>
                    <a:pt x="1604124" y="660781"/>
                  </a:lnTo>
                  <a:lnTo>
                    <a:pt x="1647964" y="644067"/>
                  </a:lnTo>
                  <a:lnTo>
                    <a:pt x="1688553" y="621563"/>
                  </a:lnTo>
                  <a:lnTo>
                    <a:pt x="1725396" y="593763"/>
                  </a:lnTo>
                  <a:lnTo>
                    <a:pt x="1757959" y="561200"/>
                  </a:lnTo>
                  <a:lnTo>
                    <a:pt x="1785759" y="524357"/>
                  </a:lnTo>
                  <a:lnTo>
                    <a:pt x="1808264" y="483768"/>
                  </a:lnTo>
                  <a:lnTo>
                    <a:pt x="1824977" y="439928"/>
                  </a:lnTo>
                  <a:lnTo>
                    <a:pt x="1829257" y="420751"/>
                  </a:lnTo>
                  <a:lnTo>
                    <a:pt x="3721290" y="420751"/>
                  </a:lnTo>
                  <a:lnTo>
                    <a:pt x="3739083" y="469417"/>
                  </a:lnTo>
                  <a:lnTo>
                    <a:pt x="3761587" y="510019"/>
                  </a:lnTo>
                  <a:lnTo>
                    <a:pt x="3789388" y="546862"/>
                  </a:lnTo>
                  <a:lnTo>
                    <a:pt x="3821950" y="579424"/>
                  </a:lnTo>
                  <a:lnTo>
                    <a:pt x="3858793" y="607225"/>
                  </a:lnTo>
                  <a:lnTo>
                    <a:pt x="3899382" y="629742"/>
                  </a:lnTo>
                  <a:lnTo>
                    <a:pt x="3943223" y="646455"/>
                  </a:lnTo>
                  <a:lnTo>
                    <a:pt x="3989794" y="656856"/>
                  </a:lnTo>
                  <a:lnTo>
                    <a:pt x="4038600" y="660425"/>
                  </a:lnTo>
                  <a:lnTo>
                    <a:pt x="4087393" y="656856"/>
                  </a:lnTo>
                  <a:lnTo>
                    <a:pt x="4133964" y="646455"/>
                  </a:lnTo>
                  <a:lnTo>
                    <a:pt x="4177804" y="629742"/>
                  </a:lnTo>
                  <a:lnTo>
                    <a:pt x="4218394" y="607225"/>
                  </a:lnTo>
                  <a:lnTo>
                    <a:pt x="4255236" y="579424"/>
                  </a:lnTo>
                  <a:lnTo>
                    <a:pt x="4287799" y="546862"/>
                  </a:lnTo>
                  <a:lnTo>
                    <a:pt x="4315599" y="510019"/>
                  </a:lnTo>
                  <a:lnTo>
                    <a:pt x="4338104" y="469417"/>
                  </a:lnTo>
                  <a:lnTo>
                    <a:pt x="4354817" y="425577"/>
                  </a:lnTo>
                  <a:lnTo>
                    <a:pt x="4355884" y="420751"/>
                  </a:lnTo>
                  <a:lnTo>
                    <a:pt x="6124130" y="420751"/>
                  </a:lnTo>
                  <a:lnTo>
                    <a:pt x="6141923" y="469417"/>
                  </a:lnTo>
                  <a:lnTo>
                    <a:pt x="6164427" y="510019"/>
                  </a:lnTo>
                  <a:lnTo>
                    <a:pt x="6192228" y="546862"/>
                  </a:lnTo>
                  <a:lnTo>
                    <a:pt x="6224790" y="579424"/>
                  </a:lnTo>
                  <a:lnTo>
                    <a:pt x="6261633" y="607225"/>
                  </a:lnTo>
                  <a:lnTo>
                    <a:pt x="6302222" y="629742"/>
                  </a:lnTo>
                  <a:lnTo>
                    <a:pt x="6346063" y="646455"/>
                  </a:lnTo>
                  <a:lnTo>
                    <a:pt x="6392634" y="656856"/>
                  </a:lnTo>
                  <a:lnTo>
                    <a:pt x="6441440" y="660425"/>
                  </a:lnTo>
                  <a:lnTo>
                    <a:pt x="6490233" y="656856"/>
                  </a:lnTo>
                  <a:lnTo>
                    <a:pt x="6536804" y="646455"/>
                  </a:lnTo>
                  <a:lnTo>
                    <a:pt x="6580645" y="629742"/>
                  </a:lnTo>
                  <a:lnTo>
                    <a:pt x="6621234" y="607225"/>
                  </a:lnTo>
                  <a:lnTo>
                    <a:pt x="6658076" y="579424"/>
                  </a:lnTo>
                  <a:lnTo>
                    <a:pt x="6690639" y="546862"/>
                  </a:lnTo>
                  <a:lnTo>
                    <a:pt x="6718440" y="510019"/>
                  </a:lnTo>
                  <a:lnTo>
                    <a:pt x="6740944" y="469417"/>
                  </a:lnTo>
                  <a:lnTo>
                    <a:pt x="6757657" y="425577"/>
                  </a:lnTo>
                  <a:lnTo>
                    <a:pt x="6758724" y="420751"/>
                  </a:lnTo>
                  <a:lnTo>
                    <a:pt x="8081442" y="420751"/>
                  </a:lnTo>
                  <a:lnTo>
                    <a:pt x="7867650" y="545465"/>
                  </a:lnTo>
                  <a:lnTo>
                    <a:pt x="7844993" y="565581"/>
                  </a:lnTo>
                  <a:lnTo>
                    <a:pt x="7832306" y="591883"/>
                  </a:lnTo>
                  <a:lnTo>
                    <a:pt x="7830426" y="621017"/>
                  </a:lnTo>
                  <a:lnTo>
                    <a:pt x="7840218" y="649643"/>
                  </a:lnTo>
                  <a:lnTo>
                    <a:pt x="7860322" y="672249"/>
                  </a:lnTo>
                  <a:lnTo>
                    <a:pt x="7886611" y="684949"/>
                  </a:lnTo>
                  <a:lnTo>
                    <a:pt x="7915745" y="686854"/>
                  </a:lnTo>
                  <a:lnTo>
                    <a:pt x="7944358" y="677075"/>
                  </a:lnTo>
                  <a:lnTo>
                    <a:pt x="8383816" y="420751"/>
                  </a:lnTo>
                  <a:lnTo>
                    <a:pt x="8514461" y="344551"/>
                  </a:lnTo>
                  <a:close/>
                </a:path>
              </a:pathLst>
            </a:custGeom>
            <a:solidFill>
              <a:srgbClr val="20B782"/>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5" name="object 5"/>
            <p:cNvSpPr/>
            <p:nvPr/>
          </p:nvSpPr>
          <p:spPr>
            <a:xfrm>
              <a:off x="4277360" y="3264534"/>
              <a:ext cx="6038215" cy="685165"/>
            </a:xfrm>
            <a:custGeom>
              <a:avLst/>
              <a:gdLst/>
              <a:ahLst/>
              <a:cxnLst/>
              <a:rect l="l" t="t" r="r" b="b"/>
              <a:pathLst>
                <a:path w="6038215" h="685164">
                  <a:moveTo>
                    <a:pt x="6037961" y="342265"/>
                  </a:moveTo>
                  <a:lnTo>
                    <a:pt x="5907290" y="266065"/>
                  </a:lnTo>
                  <a:lnTo>
                    <a:pt x="5467858" y="9779"/>
                  </a:lnTo>
                  <a:lnTo>
                    <a:pt x="5439245" y="0"/>
                  </a:lnTo>
                  <a:lnTo>
                    <a:pt x="5410111" y="1879"/>
                  </a:lnTo>
                  <a:lnTo>
                    <a:pt x="5383822" y="14566"/>
                  </a:lnTo>
                  <a:lnTo>
                    <a:pt x="5363718" y="37211"/>
                  </a:lnTo>
                  <a:lnTo>
                    <a:pt x="5353926" y="65824"/>
                  </a:lnTo>
                  <a:lnTo>
                    <a:pt x="5355806" y="94957"/>
                  </a:lnTo>
                  <a:lnTo>
                    <a:pt x="5368493" y="121246"/>
                  </a:lnTo>
                  <a:lnTo>
                    <a:pt x="5391150" y="141351"/>
                  </a:lnTo>
                  <a:lnTo>
                    <a:pt x="5604942" y="266065"/>
                  </a:lnTo>
                  <a:lnTo>
                    <a:pt x="4213047" y="266065"/>
                  </a:lnTo>
                  <a:lnTo>
                    <a:pt x="4192054" y="203060"/>
                  </a:lnTo>
                  <a:lnTo>
                    <a:pt x="4169549" y="162471"/>
                  </a:lnTo>
                  <a:lnTo>
                    <a:pt x="4141749" y="125628"/>
                  </a:lnTo>
                  <a:lnTo>
                    <a:pt x="4109186" y="93065"/>
                  </a:lnTo>
                  <a:lnTo>
                    <a:pt x="4072344" y="65265"/>
                  </a:lnTo>
                  <a:lnTo>
                    <a:pt x="4031754" y="42760"/>
                  </a:lnTo>
                  <a:lnTo>
                    <a:pt x="3987914" y="26047"/>
                  </a:lnTo>
                  <a:lnTo>
                    <a:pt x="3941343" y="15646"/>
                  </a:lnTo>
                  <a:lnTo>
                    <a:pt x="3892550" y="12065"/>
                  </a:lnTo>
                  <a:lnTo>
                    <a:pt x="3843744" y="15646"/>
                  </a:lnTo>
                  <a:lnTo>
                    <a:pt x="3797173" y="26047"/>
                  </a:lnTo>
                  <a:lnTo>
                    <a:pt x="3753332" y="42760"/>
                  </a:lnTo>
                  <a:lnTo>
                    <a:pt x="3712743" y="65265"/>
                  </a:lnTo>
                  <a:lnTo>
                    <a:pt x="3675900" y="93065"/>
                  </a:lnTo>
                  <a:lnTo>
                    <a:pt x="3643338" y="125628"/>
                  </a:lnTo>
                  <a:lnTo>
                    <a:pt x="3615537" y="162471"/>
                  </a:lnTo>
                  <a:lnTo>
                    <a:pt x="3593033" y="203060"/>
                  </a:lnTo>
                  <a:lnTo>
                    <a:pt x="3576320" y="246900"/>
                  </a:lnTo>
                  <a:lnTo>
                    <a:pt x="3572027" y="266065"/>
                  </a:lnTo>
                  <a:lnTo>
                    <a:pt x="1808937" y="266065"/>
                  </a:lnTo>
                  <a:lnTo>
                    <a:pt x="1787944" y="203060"/>
                  </a:lnTo>
                  <a:lnTo>
                    <a:pt x="1765439" y="162471"/>
                  </a:lnTo>
                  <a:lnTo>
                    <a:pt x="1737639" y="125628"/>
                  </a:lnTo>
                  <a:lnTo>
                    <a:pt x="1705076" y="93065"/>
                  </a:lnTo>
                  <a:lnTo>
                    <a:pt x="1668233" y="65265"/>
                  </a:lnTo>
                  <a:lnTo>
                    <a:pt x="1627644" y="42760"/>
                  </a:lnTo>
                  <a:lnTo>
                    <a:pt x="1583804" y="26047"/>
                  </a:lnTo>
                  <a:lnTo>
                    <a:pt x="1537233" y="15646"/>
                  </a:lnTo>
                  <a:lnTo>
                    <a:pt x="1488440" y="12065"/>
                  </a:lnTo>
                  <a:lnTo>
                    <a:pt x="1439633" y="15646"/>
                  </a:lnTo>
                  <a:lnTo>
                    <a:pt x="1393063" y="26047"/>
                  </a:lnTo>
                  <a:lnTo>
                    <a:pt x="1349222" y="42760"/>
                  </a:lnTo>
                  <a:lnTo>
                    <a:pt x="1308633" y="65265"/>
                  </a:lnTo>
                  <a:lnTo>
                    <a:pt x="1271790" y="93065"/>
                  </a:lnTo>
                  <a:lnTo>
                    <a:pt x="1239227" y="125628"/>
                  </a:lnTo>
                  <a:lnTo>
                    <a:pt x="1211427" y="162471"/>
                  </a:lnTo>
                  <a:lnTo>
                    <a:pt x="1188923" y="203060"/>
                  </a:lnTo>
                  <a:lnTo>
                    <a:pt x="1172210" y="246900"/>
                  </a:lnTo>
                  <a:lnTo>
                    <a:pt x="1167917" y="266065"/>
                  </a:lnTo>
                  <a:lnTo>
                    <a:pt x="76200" y="266065"/>
                  </a:lnTo>
                  <a:lnTo>
                    <a:pt x="46558" y="272072"/>
                  </a:lnTo>
                  <a:lnTo>
                    <a:pt x="22326" y="288404"/>
                  </a:lnTo>
                  <a:lnTo>
                    <a:pt x="5994" y="312635"/>
                  </a:lnTo>
                  <a:lnTo>
                    <a:pt x="0" y="342265"/>
                  </a:lnTo>
                  <a:lnTo>
                    <a:pt x="5994" y="371906"/>
                  </a:lnTo>
                  <a:lnTo>
                    <a:pt x="22326" y="396138"/>
                  </a:lnTo>
                  <a:lnTo>
                    <a:pt x="46558" y="412470"/>
                  </a:lnTo>
                  <a:lnTo>
                    <a:pt x="76200" y="418465"/>
                  </a:lnTo>
                  <a:lnTo>
                    <a:pt x="1167917" y="418465"/>
                  </a:lnTo>
                  <a:lnTo>
                    <a:pt x="1172210" y="437642"/>
                  </a:lnTo>
                  <a:lnTo>
                    <a:pt x="1188923" y="481482"/>
                  </a:lnTo>
                  <a:lnTo>
                    <a:pt x="1211427" y="522071"/>
                  </a:lnTo>
                  <a:lnTo>
                    <a:pt x="1239227" y="558914"/>
                  </a:lnTo>
                  <a:lnTo>
                    <a:pt x="1271790" y="591477"/>
                  </a:lnTo>
                  <a:lnTo>
                    <a:pt x="1308633" y="619277"/>
                  </a:lnTo>
                  <a:lnTo>
                    <a:pt x="1349222" y="641781"/>
                  </a:lnTo>
                  <a:lnTo>
                    <a:pt x="1393063" y="658495"/>
                  </a:lnTo>
                  <a:lnTo>
                    <a:pt x="1439633" y="668896"/>
                  </a:lnTo>
                  <a:lnTo>
                    <a:pt x="1488440" y="672465"/>
                  </a:lnTo>
                  <a:lnTo>
                    <a:pt x="1537233" y="668896"/>
                  </a:lnTo>
                  <a:lnTo>
                    <a:pt x="1583804" y="658495"/>
                  </a:lnTo>
                  <a:lnTo>
                    <a:pt x="1627644" y="641781"/>
                  </a:lnTo>
                  <a:lnTo>
                    <a:pt x="1668233" y="619277"/>
                  </a:lnTo>
                  <a:lnTo>
                    <a:pt x="1705076" y="591477"/>
                  </a:lnTo>
                  <a:lnTo>
                    <a:pt x="1737639" y="558914"/>
                  </a:lnTo>
                  <a:lnTo>
                    <a:pt x="1765439" y="522071"/>
                  </a:lnTo>
                  <a:lnTo>
                    <a:pt x="1787944" y="481482"/>
                  </a:lnTo>
                  <a:lnTo>
                    <a:pt x="1804657" y="437642"/>
                  </a:lnTo>
                  <a:lnTo>
                    <a:pt x="1808937" y="418465"/>
                  </a:lnTo>
                  <a:lnTo>
                    <a:pt x="3572027" y="418465"/>
                  </a:lnTo>
                  <a:lnTo>
                    <a:pt x="3593033" y="481482"/>
                  </a:lnTo>
                  <a:lnTo>
                    <a:pt x="3615537" y="522071"/>
                  </a:lnTo>
                  <a:lnTo>
                    <a:pt x="3643338" y="558914"/>
                  </a:lnTo>
                  <a:lnTo>
                    <a:pt x="3675900" y="591477"/>
                  </a:lnTo>
                  <a:lnTo>
                    <a:pt x="3712743" y="619277"/>
                  </a:lnTo>
                  <a:lnTo>
                    <a:pt x="3753332" y="641781"/>
                  </a:lnTo>
                  <a:lnTo>
                    <a:pt x="3797173" y="658495"/>
                  </a:lnTo>
                  <a:lnTo>
                    <a:pt x="3843744" y="668896"/>
                  </a:lnTo>
                  <a:lnTo>
                    <a:pt x="3892550" y="672465"/>
                  </a:lnTo>
                  <a:lnTo>
                    <a:pt x="3941343" y="668896"/>
                  </a:lnTo>
                  <a:lnTo>
                    <a:pt x="3987914" y="658495"/>
                  </a:lnTo>
                  <a:lnTo>
                    <a:pt x="4031754" y="641781"/>
                  </a:lnTo>
                  <a:lnTo>
                    <a:pt x="4072344" y="619277"/>
                  </a:lnTo>
                  <a:lnTo>
                    <a:pt x="4109186" y="591477"/>
                  </a:lnTo>
                  <a:lnTo>
                    <a:pt x="4141749" y="558914"/>
                  </a:lnTo>
                  <a:lnTo>
                    <a:pt x="4169549" y="522071"/>
                  </a:lnTo>
                  <a:lnTo>
                    <a:pt x="4192054" y="481482"/>
                  </a:lnTo>
                  <a:lnTo>
                    <a:pt x="4208767" y="437642"/>
                  </a:lnTo>
                  <a:lnTo>
                    <a:pt x="4213047" y="418465"/>
                  </a:lnTo>
                  <a:lnTo>
                    <a:pt x="5604942" y="418465"/>
                  </a:lnTo>
                  <a:lnTo>
                    <a:pt x="5391150" y="543179"/>
                  </a:lnTo>
                  <a:lnTo>
                    <a:pt x="5368493" y="563295"/>
                  </a:lnTo>
                  <a:lnTo>
                    <a:pt x="5355806" y="589584"/>
                  </a:lnTo>
                  <a:lnTo>
                    <a:pt x="5353926" y="618718"/>
                  </a:lnTo>
                  <a:lnTo>
                    <a:pt x="5363718" y="647319"/>
                  </a:lnTo>
                  <a:lnTo>
                    <a:pt x="5383822" y="669975"/>
                  </a:lnTo>
                  <a:lnTo>
                    <a:pt x="5410111" y="682663"/>
                  </a:lnTo>
                  <a:lnTo>
                    <a:pt x="5439245" y="684542"/>
                  </a:lnTo>
                  <a:lnTo>
                    <a:pt x="5467858" y="674751"/>
                  </a:lnTo>
                  <a:lnTo>
                    <a:pt x="5907290" y="418465"/>
                  </a:lnTo>
                  <a:lnTo>
                    <a:pt x="6037961" y="342265"/>
                  </a:lnTo>
                  <a:close/>
                </a:path>
              </a:pathLst>
            </a:custGeom>
            <a:solidFill>
              <a:srgbClr val="FFC00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sp>
        <p:nvSpPr>
          <p:cNvPr id="7" name="object 7"/>
          <p:cNvSpPr txBox="1"/>
          <p:nvPr/>
        </p:nvSpPr>
        <p:spPr>
          <a:xfrm>
            <a:off x="1853516" y="1188750"/>
            <a:ext cx="5436967" cy="440025"/>
          </a:xfrm>
          <a:prstGeom prst="rect">
            <a:avLst/>
          </a:prstGeom>
        </p:spPr>
        <p:txBody>
          <a:bodyPr vert="horz" wrap="square" lIns="0" tIns="9049" rIns="0" bIns="0" rtlCol="0">
            <a:spAutoFit/>
          </a:bodyPr>
          <a:lstStyle/>
          <a:p>
            <a:pPr marL="9525">
              <a:spcBef>
                <a:spcPts val="71"/>
              </a:spcBef>
            </a:pPr>
            <a:r>
              <a:rPr sz="2800" spc="-30" dirty="0">
                <a:solidFill>
                  <a:srgbClr val="1B2731"/>
                </a:solidFill>
                <a:latin typeface="Meiryo" panose="020B0604030504040204" pitchFamily="34" charset="-128"/>
                <a:ea typeface="Meiryo" panose="020B0604030504040204" pitchFamily="34" charset="-128"/>
                <a:cs typeface="Yu Gothic Medium"/>
              </a:rPr>
              <a:t>親のコミットから履歴を分岐する</a:t>
            </a:r>
            <a:endParaRPr sz="2800" dirty="0">
              <a:solidFill>
                <a:srgbClr val="1B2731"/>
              </a:solidFill>
              <a:latin typeface="Meiryo" panose="020B0604030504040204" pitchFamily="34" charset="-128"/>
              <a:ea typeface="Meiryo" panose="020B0604030504040204" pitchFamily="34" charset="-128"/>
              <a:cs typeface="Yu Gothic Medium"/>
            </a:endParaRPr>
          </a:p>
        </p:txBody>
      </p:sp>
      <p:sp>
        <p:nvSpPr>
          <p:cNvPr id="8" name="テキスト ボックス 7">
            <a:extLst>
              <a:ext uri="{FF2B5EF4-FFF2-40B4-BE49-F238E27FC236}">
                <a16:creationId xmlns:a16="http://schemas.microsoft.com/office/drawing/2014/main" id="{5165B257-D97A-A3C9-F620-0BB662CB093E}"/>
              </a:ext>
            </a:extLst>
          </p:cNvPr>
          <p:cNvSpPr txBox="1"/>
          <p:nvPr/>
        </p:nvSpPr>
        <p:spPr>
          <a:xfrm>
            <a:off x="7241025" y="3508552"/>
            <a:ext cx="833883" cy="415498"/>
          </a:xfrm>
          <a:prstGeom prst="rect">
            <a:avLst/>
          </a:prstGeom>
          <a:noFill/>
        </p:spPr>
        <p:txBody>
          <a:bodyPr wrap="none" rtlCol="0">
            <a:spAutoFit/>
          </a:bodyPr>
          <a:lstStyle/>
          <a:p>
            <a:r>
              <a:rPr kumimoji="1" lang="en-US" altLang="ja-JP" sz="2100" dirty="0">
                <a:solidFill>
                  <a:srgbClr val="1B2731"/>
                </a:solidFill>
                <a:latin typeface="Meiryo" panose="020B0604030504040204" pitchFamily="34" charset="-128"/>
                <a:ea typeface="Meiryo" panose="020B0604030504040204" pitchFamily="34" charset="-128"/>
              </a:rPr>
              <a:t>main</a:t>
            </a:r>
            <a:endParaRPr kumimoji="1" lang="ja-JP" altLang="en-US" sz="2100">
              <a:solidFill>
                <a:srgbClr val="1B2731"/>
              </a:solidFill>
              <a:latin typeface="Meiryo" panose="020B0604030504040204" pitchFamily="34" charset="-128"/>
              <a:ea typeface="Meiryo" panose="020B0604030504040204" pitchFamily="34" charset="-128"/>
            </a:endParaRPr>
          </a:p>
        </p:txBody>
      </p:sp>
      <p:sp>
        <p:nvSpPr>
          <p:cNvPr id="9" name="テキスト ボックス 8">
            <a:extLst>
              <a:ext uri="{FF2B5EF4-FFF2-40B4-BE49-F238E27FC236}">
                <a16:creationId xmlns:a16="http://schemas.microsoft.com/office/drawing/2014/main" id="{BBBC956B-A7E8-F35C-C1AD-58897EDA9386}"/>
              </a:ext>
            </a:extLst>
          </p:cNvPr>
          <p:cNvSpPr txBox="1"/>
          <p:nvPr/>
        </p:nvSpPr>
        <p:spPr>
          <a:xfrm>
            <a:off x="6925735" y="2203410"/>
            <a:ext cx="1914307" cy="415498"/>
          </a:xfrm>
          <a:prstGeom prst="rect">
            <a:avLst/>
          </a:prstGeom>
          <a:noFill/>
        </p:spPr>
        <p:txBody>
          <a:bodyPr wrap="none" rtlCol="0">
            <a:spAutoFit/>
          </a:bodyPr>
          <a:lstStyle/>
          <a:p>
            <a:r>
              <a:rPr kumimoji="1" lang="en-US" altLang="ja-JP" sz="2100" dirty="0">
                <a:solidFill>
                  <a:srgbClr val="1B2731"/>
                </a:solidFill>
                <a:latin typeface="Meiryo" panose="020B0604030504040204" pitchFamily="34" charset="-128"/>
                <a:ea typeface="Meiryo" panose="020B0604030504040204" pitchFamily="34" charset="-128"/>
              </a:rPr>
              <a:t>devel/human</a:t>
            </a:r>
            <a:endParaRPr kumimoji="1" lang="ja-JP" altLang="en-US" sz="2100">
              <a:solidFill>
                <a:srgbClr val="1B2731"/>
              </a:solidFill>
              <a:latin typeface="Meiryo" panose="020B0604030504040204" pitchFamily="34" charset="-128"/>
              <a:ea typeface="Meiryo" panose="020B0604030504040204" pitchFamily="34" charset="-128"/>
            </a:endParaRPr>
          </a:p>
        </p:txBody>
      </p:sp>
      <p:sp>
        <p:nvSpPr>
          <p:cNvPr id="10" name="Slide Number Placeholder 5">
            <a:extLst>
              <a:ext uri="{FF2B5EF4-FFF2-40B4-BE49-F238E27FC236}">
                <a16:creationId xmlns:a16="http://schemas.microsoft.com/office/drawing/2014/main" id="{939F739F-989F-F034-4A95-A9A13C6A8307}"/>
              </a:ext>
            </a:extLst>
          </p:cNvPr>
          <p:cNvSpPr txBox="1">
            <a:spLocks/>
          </p:cNvSpPr>
          <p:nvPr/>
        </p:nvSpPr>
        <p:spPr>
          <a:xfrm>
            <a:off x="7086600" y="6529983"/>
            <a:ext cx="2057400" cy="230832"/>
          </a:xfrm>
          <a:prstGeom prst="rect">
            <a:avLst/>
          </a:prstGeom>
        </p:spPr>
        <p:txBody>
          <a:bodyPr wrap="square" lIns="0" tIns="0" rIns="0" bIns="0" anchor="t">
            <a:spAutoFit/>
          </a:bodyPr>
          <a:lstStyle>
            <a:lvl1pPr marL="0" algn="r">
              <a:defRPr sz="1500" b="0" i="0">
                <a:solidFill>
                  <a:schemeClr val="tx2"/>
                </a:solidFill>
                <a:latin typeface="Meiryo" panose="020B0604030504040204" pitchFamily="34" charset="-128"/>
                <a:ea typeface="Meiryo" panose="020B0604030504040204" pitchFamily="34" charset="-128"/>
                <a:cs typeface="Meiryo" panose="020B0604030504040204" pitchFamily="34" charset="-128"/>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a:lstStyle>
          <a:p>
            <a:fld id="{AE46F634-02BD-344C-8456-5613A46718BE}" type="slidenum">
              <a:rPr kumimoji="1" lang="ja-JP" altLang="en-US" smtClean="0">
                <a:solidFill>
                  <a:srgbClr val="1B2731"/>
                </a:solidFill>
              </a:rPr>
              <a:pPr/>
              <a:t>8</a:t>
            </a:fld>
            <a:endParaRPr kumimoji="1" lang="ja-JP" altLang="en-US">
              <a:solidFill>
                <a:srgbClr val="1B2731"/>
              </a:solidFill>
            </a:endParaRPr>
          </a:p>
        </p:txBody>
      </p:sp>
      <p:sp>
        <p:nvSpPr>
          <p:cNvPr id="13" name="object 7">
            <a:extLst>
              <a:ext uri="{FF2B5EF4-FFF2-40B4-BE49-F238E27FC236}">
                <a16:creationId xmlns:a16="http://schemas.microsoft.com/office/drawing/2014/main" id="{9129195E-785C-E13E-0CC3-0412A78B91C1}"/>
              </a:ext>
            </a:extLst>
          </p:cNvPr>
          <p:cNvSpPr txBox="1">
            <a:spLocks/>
          </p:cNvSpPr>
          <p:nvPr/>
        </p:nvSpPr>
        <p:spPr>
          <a:xfrm>
            <a:off x="304800" y="76200"/>
            <a:ext cx="78486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13">
                <a:solidFill>
                  <a:srgbClr val="1B2731"/>
                </a:solidFill>
                <a:latin typeface="Meiryo" panose="020B0604030504040204" pitchFamily="34" charset="-128"/>
              </a:rPr>
              <a:t>ブランチ</a:t>
            </a:r>
            <a:r>
              <a:rPr lang="en-US" altLang="ja-JP" sz="3600" spc="113" dirty="0">
                <a:solidFill>
                  <a:srgbClr val="1B2731"/>
                </a:solidFill>
                <a:latin typeface="Meiryo" panose="020B0604030504040204" pitchFamily="34" charset="-128"/>
              </a:rPr>
              <a:t>(</a:t>
            </a:r>
            <a:r>
              <a:rPr lang="en" altLang="ja-JP" sz="3600" spc="-23" dirty="0">
                <a:solidFill>
                  <a:srgbClr val="1B2731"/>
                </a:solidFill>
                <a:latin typeface="Meiryo" panose="020B0604030504040204" pitchFamily="34" charset="-128"/>
              </a:rPr>
              <a:t>branch)</a:t>
            </a:r>
            <a:endParaRPr lang="ja-JP" altLang="en-US" sz="3600" dirty="0">
              <a:solidFill>
                <a:srgbClr val="1B2731"/>
              </a:solidFill>
              <a:latin typeface="Meiryo" panose="020B0604030504040204" pitchFamily="34" charset="-128"/>
            </a:endParaRPr>
          </a:p>
        </p:txBody>
      </p:sp>
      <p:sp>
        <p:nvSpPr>
          <p:cNvPr id="16" name="object 12">
            <a:extLst>
              <a:ext uri="{FF2B5EF4-FFF2-40B4-BE49-F238E27FC236}">
                <a16:creationId xmlns:a16="http://schemas.microsoft.com/office/drawing/2014/main" id="{4AE27857-44B4-95DB-3A4E-D1109A030870}"/>
              </a:ext>
            </a:extLst>
          </p:cNvPr>
          <p:cNvSpPr txBox="1"/>
          <p:nvPr/>
        </p:nvSpPr>
        <p:spPr>
          <a:xfrm>
            <a:off x="2605303" y="1879821"/>
            <a:ext cx="1828800" cy="317395"/>
          </a:xfrm>
          <a:prstGeom prst="rect">
            <a:avLst/>
          </a:prstGeom>
        </p:spPr>
        <p:txBody>
          <a:bodyPr vert="horz" wrap="square" lIns="0" tIns="9525" rIns="0" bIns="0" rtlCol="0">
            <a:spAutoFit/>
          </a:bodyPr>
          <a:lstStyle/>
          <a:p>
            <a:pPr marL="9525">
              <a:spcBef>
                <a:spcPts val="75"/>
              </a:spcBef>
            </a:pPr>
            <a:r>
              <a:rPr lang="ja-JP" altLang="en-US" sz="2000" spc="-8">
                <a:solidFill>
                  <a:srgbClr val="1B2731"/>
                </a:solidFill>
                <a:latin typeface="Meiryo" panose="020B0604030504040204" pitchFamily="34" charset="-128"/>
                <a:ea typeface="Meiryo" panose="020B0604030504040204" pitchFamily="34" charset="-128"/>
                <a:cs typeface="Yu Gothic Medium"/>
              </a:rPr>
              <a:t>人物認識の実装</a:t>
            </a:r>
            <a:endParaRPr sz="2000" dirty="0">
              <a:solidFill>
                <a:srgbClr val="1B2731"/>
              </a:solidFill>
              <a:latin typeface="Meiryo" panose="020B0604030504040204" pitchFamily="34" charset="-128"/>
              <a:ea typeface="Meiryo" panose="020B0604030504040204" pitchFamily="34" charset="-128"/>
              <a:cs typeface="Yu Gothic Medium"/>
            </a:endParaRPr>
          </a:p>
        </p:txBody>
      </p:sp>
      <p:sp>
        <p:nvSpPr>
          <p:cNvPr id="17" name="object 12">
            <a:extLst>
              <a:ext uri="{FF2B5EF4-FFF2-40B4-BE49-F238E27FC236}">
                <a16:creationId xmlns:a16="http://schemas.microsoft.com/office/drawing/2014/main" id="{E9B3B618-C655-4529-31AC-DF30160EF64D}"/>
              </a:ext>
            </a:extLst>
          </p:cNvPr>
          <p:cNvSpPr txBox="1"/>
          <p:nvPr/>
        </p:nvSpPr>
        <p:spPr>
          <a:xfrm>
            <a:off x="2904388" y="3998956"/>
            <a:ext cx="1936909" cy="625171"/>
          </a:xfrm>
          <a:prstGeom prst="rect">
            <a:avLst/>
          </a:prstGeom>
        </p:spPr>
        <p:txBody>
          <a:bodyPr vert="horz" wrap="square" lIns="0" tIns="9525" rIns="0" bIns="0" rtlCol="0">
            <a:spAutoFit/>
          </a:bodyPr>
          <a:lstStyle/>
          <a:p>
            <a:pPr marL="9525">
              <a:spcBef>
                <a:spcPts val="75"/>
              </a:spcBef>
            </a:pPr>
            <a:r>
              <a:rPr lang="ja-JP" altLang="en-US" sz="2000" spc="-8">
                <a:solidFill>
                  <a:srgbClr val="1B2731"/>
                </a:solidFill>
                <a:latin typeface="Meiryo" panose="020B0604030504040204" pitchFamily="34" charset="-128"/>
                <a:ea typeface="Meiryo" panose="020B0604030504040204" pitchFamily="34" charset="-128"/>
                <a:cs typeface="Yu Gothic Medium"/>
              </a:rPr>
              <a:t>ステートマシンの実装</a:t>
            </a:r>
            <a:endParaRPr sz="2000" dirty="0">
              <a:solidFill>
                <a:srgbClr val="1B2731"/>
              </a:solidFill>
              <a:latin typeface="Meiryo" panose="020B0604030504040204" pitchFamily="34" charset="-128"/>
              <a:ea typeface="Meiryo" panose="020B0604030504040204" pitchFamily="34" charset="-128"/>
              <a:cs typeface="Yu Gothic Medium"/>
            </a:endParaRPr>
          </a:p>
        </p:txBody>
      </p:sp>
      <p:sp>
        <p:nvSpPr>
          <p:cNvPr id="18" name="object 2">
            <a:extLst>
              <a:ext uri="{FF2B5EF4-FFF2-40B4-BE49-F238E27FC236}">
                <a16:creationId xmlns:a16="http://schemas.microsoft.com/office/drawing/2014/main" id="{64B387AB-87E9-5414-3FEB-D1A77AF663E1}"/>
              </a:ext>
            </a:extLst>
          </p:cNvPr>
          <p:cNvSpPr/>
          <p:nvPr/>
        </p:nvSpPr>
        <p:spPr>
          <a:xfrm>
            <a:off x="1666520" y="3930053"/>
            <a:ext cx="838200" cy="1047750"/>
          </a:xfrm>
          <a:custGeom>
            <a:avLst/>
            <a:gdLst/>
            <a:ahLst/>
            <a:cxnLst/>
            <a:rect l="l" t="t" r="r" b="b"/>
            <a:pathLst>
              <a:path w="1117600" h="1397000">
                <a:moveTo>
                  <a:pt x="0" y="0"/>
                </a:moveTo>
                <a:lnTo>
                  <a:pt x="1117600" y="1397000"/>
                </a:lnTo>
              </a:path>
            </a:pathLst>
          </a:custGeom>
          <a:ln w="1524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nvGrpSpPr>
          <p:cNvPr id="19" name="object 8">
            <a:extLst>
              <a:ext uri="{FF2B5EF4-FFF2-40B4-BE49-F238E27FC236}">
                <a16:creationId xmlns:a16="http://schemas.microsoft.com/office/drawing/2014/main" id="{6294585C-DD8E-912D-D110-DE4F1E5B73F4}"/>
              </a:ext>
            </a:extLst>
          </p:cNvPr>
          <p:cNvGrpSpPr/>
          <p:nvPr/>
        </p:nvGrpSpPr>
        <p:grpSpPr>
          <a:xfrm>
            <a:off x="2447570" y="4721099"/>
            <a:ext cx="1701165" cy="513874"/>
            <a:chOff x="3946525" y="5144127"/>
            <a:chExt cx="2268220" cy="685165"/>
          </a:xfrm>
        </p:grpSpPr>
        <p:sp>
          <p:nvSpPr>
            <p:cNvPr id="20" name="object 9">
              <a:extLst>
                <a:ext uri="{FF2B5EF4-FFF2-40B4-BE49-F238E27FC236}">
                  <a16:creationId xmlns:a16="http://schemas.microsoft.com/office/drawing/2014/main" id="{6973249C-CB55-792E-72B1-280C0BB1EFE5}"/>
                </a:ext>
              </a:extLst>
            </p:cNvPr>
            <p:cNvSpPr/>
            <p:nvPr/>
          </p:nvSpPr>
          <p:spPr>
            <a:xfrm>
              <a:off x="3946525" y="5144134"/>
              <a:ext cx="2268220" cy="685165"/>
            </a:xfrm>
            <a:custGeom>
              <a:avLst/>
              <a:gdLst/>
              <a:ahLst/>
              <a:cxnLst/>
              <a:rect l="l" t="t" r="r" b="b"/>
              <a:pathLst>
                <a:path w="2268220" h="685164">
                  <a:moveTo>
                    <a:pt x="2267712" y="342265"/>
                  </a:moveTo>
                  <a:lnTo>
                    <a:pt x="2137079" y="266065"/>
                  </a:lnTo>
                  <a:lnTo>
                    <a:pt x="1697736" y="9779"/>
                  </a:lnTo>
                  <a:lnTo>
                    <a:pt x="1669097" y="0"/>
                  </a:lnTo>
                  <a:lnTo>
                    <a:pt x="1639925" y="1879"/>
                  </a:lnTo>
                  <a:lnTo>
                    <a:pt x="1613598" y="14566"/>
                  </a:lnTo>
                  <a:lnTo>
                    <a:pt x="1593469" y="37211"/>
                  </a:lnTo>
                  <a:lnTo>
                    <a:pt x="1583690" y="65824"/>
                  </a:lnTo>
                  <a:lnTo>
                    <a:pt x="1585607" y="94957"/>
                  </a:lnTo>
                  <a:lnTo>
                    <a:pt x="1598307" y="121246"/>
                  </a:lnTo>
                  <a:lnTo>
                    <a:pt x="1620901" y="141351"/>
                  </a:lnTo>
                  <a:lnTo>
                    <a:pt x="1834692" y="266065"/>
                  </a:lnTo>
                  <a:lnTo>
                    <a:pt x="1259789" y="266065"/>
                  </a:lnTo>
                  <a:lnTo>
                    <a:pt x="1238796" y="203060"/>
                  </a:lnTo>
                  <a:lnTo>
                    <a:pt x="1216291" y="162471"/>
                  </a:lnTo>
                  <a:lnTo>
                    <a:pt x="1188491" y="125628"/>
                  </a:lnTo>
                  <a:lnTo>
                    <a:pt x="1155928" y="93065"/>
                  </a:lnTo>
                  <a:lnTo>
                    <a:pt x="1119085" y="65265"/>
                  </a:lnTo>
                  <a:lnTo>
                    <a:pt x="1078496" y="42760"/>
                  </a:lnTo>
                  <a:lnTo>
                    <a:pt x="1034656" y="26047"/>
                  </a:lnTo>
                  <a:lnTo>
                    <a:pt x="988085" y="15646"/>
                  </a:lnTo>
                  <a:lnTo>
                    <a:pt x="939292" y="12065"/>
                  </a:lnTo>
                  <a:lnTo>
                    <a:pt x="890485" y="15646"/>
                  </a:lnTo>
                  <a:lnTo>
                    <a:pt x="843915" y="26047"/>
                  </a:lnTo>
                  <a:lnTo>
                    <a:pt x="800074" y="42760"/>
                  </a:lnTo>
                  <a:lnTo>
                    <a:pt x="759485" y="65265"/>
                  </a:lnTo>
                  <a:lnTo>
                    <a:pt x="722642" y="93065"/>
                  </a:lnTo>
                  <a:lnTo>
                    <a:pt x="690079" y="125628"/>
                  </a:lnTo>
                  <a:lnTo>
                    <a:pt x="662279" y="162471"/>
                  </a:lnTo>
                  <a:lnTo>
                    <a:pt x="639775" y="203060"/>
                  </a:lnTo>
                  <a:lnTo>
                    <a:pt x="623062" y="246900"/>
                  </a:lnTo>
                  <a:lnTo>
                    <a:pt x="618769" y="266065"/>
                  </a:lnTo>
                  <a:lnTo>
                    <a:pt x="76200" y="266065"/>
                  </a:lnTo>
                  <a:lnTo>
                    <a:pt x="46558" y="272072"/>
                  </a:lnTo>
                  <a:lnTo>
                    <a:pt x="22326" y="288404"/>
                  </a:lnTo>
                  <a:lnTo>
                    <a:pt x="5994" y="312635"/>
                  </a:lnTo>
                  <a:lnTo>
                    <a:pt x="0" y="342265"/>
                  </a:lnTo>
                  <a:lnTo>
                    <a:pt x="5994" y="371906"/>
                  </a:lnTo>
                  <a:lnTo>
                    <a:pt x="22326" y="396138"/>
                  </a:lnTo>
                  <a:lnTo>
                    <a:pt x="46558" y="412470"/>
                  </a:lnTo>
                  <a:lnTo>
                    <a:pt x="76200" y="418465"/>
                  </a:lnTo>
                  <a:lnTo>
                    <a:pt x="618769" y="418465"/>
                  </a:lnTo>
                  <a:lnTo>
                    <a:pt x="623062" y="437629"/>
                  </a:lnTo>
                  <a:lnTo>
                    <a:pt x="639775" y="481469"/>
                  </a:lnTo>
                  <a:lnTo>
                    <a:pt x="662279" y="522071"/>
                  </a:lnTo>
                  <a:lnTo>
                    <a:pt x="690079" y="558901"/>
                  </a:lnTo>
                  <a:lnTo>
                    <a:pt x="722642" y="591477"/>
                  </a:lnTo>
                  <a:lnTo>
                    <a:pt x="759485" y="619277"/>
                  </a:lnTo>
                  <a:lnTo>
                    <a:pt x="800074" y="641781"/>
                  </a:lnTo>
                  <a:lnTo>
                    <a:pt x="843915" y="658495"/>
                  </a:lnTo>
                  <a:lnTo>
                    <a:pt x="890485" y="668896"/>
                  </a:lnTo>
                  <a:lnTo>
                    <a:pt x="939292" y="672465"/>
                  </a:lnTo>
                  <a:lnTo>
                    <a:pt x="988085" y="668896"/>
                  </a:lnTo>
                  <a:lnTo>
                    <a:pt x="1034656" y="658495"/>
                  </a:lnTo>
                  <a:lnTo>
                    <a:pt x="1078496" y="641781"/>
                  </a:lnTo>
                  <a:lnTo>
                    <a:pt x="1119085" y="619277"/>
                  </a:lnTo>
                  <a:lnTo>
                    <a:pt x="1155928" y="591477"/>
                  </a:lnTo>
                  <a:lnTo>
                    <a:pt x="1188491" y="558901"/>
                  </a:lnTo>
                  <a:lnTo>
                    <a:pt x="1216291" y="522071"/>
                  </a:lnTo>
                  <a:lnTo>
                    <a:pt x="1238796" y="481469"/>
                  </a:lnTo>
                  <a:lnTo>
                    <a:pt x="1255509" y="437629"/>
                  </a:lnTo>
                  <a:lnTo>
                    <a:pt x="1259789" y="418465"/>
                  </a:lnTo>
                  <a:lnTo>
                    <a:pt x="1834654" y="418465"/>
                  </a:lnTo>
                  <a:lnTo>
                    <a:pt x="1965299" y="342265"/>
                  </a:lnTo>
                  <a:lnTo>
                    <a:pt x="1620901" y="543140"/>
                  </a:lnTo>
                  <a:lnTo>
                    <a:pt x="1598307" y="563270"/>
                  </a:lnTo>
                  <a:lnTo>
                    <a:pt x="1585607" y="589572"/>
                  </a:lnTo>
                  <a:lnTo>
                    <a:pt x="1583690" y="618731"/>
                  </a:lnTo>
                  <a:lnTo>
                    <a:pt x="1593469" y="647357"/>
                  </a:lnTo>
                  <a:lnTo>
                    <a:pt x="1613598" y="669963"/>
                  </a:lnTo>
                  <a:lnTo>
                    <a:pt x="1639925" y="682663"/>
                  </a:lnTo>
                  <a:lnTo>
                    <a:pt x="1669097" y="684568"/>
                  </a:lnTo>
                  <a:lnTo>
                    <a:pt x="1697736" y="674789"/>
                  </a:lnTo>
                  <a:lnTo>
                    <a:pt x="2137092" y="418465"/>
                  </a:lnTo>
                  <a:lnTo>
                    <a:pt x="2267712" y="342265"/>
                  </a:lnTo>
                  <a:close/>
                </a:path>
              </a:pathLst>
            </a:custGeom>
            <a:solidFill>
              <a:srgbClr val="7EB9F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21" name="object 10">
              <a:extLst>
                <a:ext uri="{FF2B5EF4-FFF2-40B4-BE49-F238E27FC236}">
                  <a16:creationId xmlns:a16="http://schemas.microsoft.com/office/drawing/2014/main" id="{D9DA1F3C-F8F0-62EE-944B-402B062C32BC}"/>
                </a:ext>
              </a:extLst>
            </p:cNvPr>
            <p:cNvSpPr/>
            <p:nvPr/>
          </p:nvSpPr>
          <p:spPr>
            <a:xfrm>
              <a:off x="4555616" y="5156200"/>
              <a:ext cx="660400" cy="660400"/>
            </a:xfrm>
            <a:custGeom>
              <a:avLst/>
              <a:gdLst/>
              <a:ahLst/>
              <a:cxnLst/>
              <a:rect l="l" t="t" r="r" b="b"/>
              <a:pathLst>
                <a:path w="660400" h="660400">
                  <a:moveTo>
                    <a:pt x="0" y="330200"/>
                  </a:moveTo>
                  <a:lnTo>
                    <a:pt x="3580" y="281403"/>
                  </a:lnTo>
                  <a:lnTo>
                    <a:pt x="13979" y="234831"/>
                  </a:lnTo>
                  <a:lnTo>
                    <a:pt x="30688" y="190992"/>
                  </a:lnTo>
                  <a:lnTo>
                    <a:pt x="53195" y="150399"/>
                  </a:lnTo>
                  <a:lnTo>
                    <a:pt x="80989" y="113561"/>
                  </a:lnTo>
                  <a:lnTo>
                    <a:pt x="113561" y="80989"/>
                  </a:lnTo>
                  <a:lnTo>
                    <a:pt x="150399" y="53195"/>
                  </a:lnTo>
                  <a:lnTo>
                    <a:pt x="190992" y="30688"/>
                  </a:lnTo>
                  <a:lnTo>
                    <a:pt x="234831" y="13979"/>
                  </a:lnTo>
                  <a:lnTo>
                    <a:pt x="281403" y="3580"/>
                  </a:lnTo>
                  <a:lnTo>
                    <a:pt x="330200" y="0"/>
                  </a:lnTo>
                  <a:lnTo>
                    <a:pt x="378996" y="3580"/>
                  </a:lnTo>
                  <a:lnTo>
                    <a:pt x="425568" y="13979"/>
                  </a:lnTo>
                  <a:lnTo>
                    <a:pt x="469407" y="30688"/>
                  </a:lnTo>
                  <a:lnTo>
                    <a:pt x="510000" y="53195"/>
                  </a:lnTo>
                  <a:lnTo>
                    <a:pt x="546838" y="80989"/>
                  </a:lnTo>
                  <a:lnTo>
                    <a:pt x="579410" y="113561"/>
                  </a:lnTo>
                  <a:lnTo>
                    <a:pt x="607204" y="150399"/>
                  </a:lnTo>
                  <a:lnTo>
                    <a:pt x="629711" y="190992"/>
                  </a:lnTo>
                  <a:lnTo>
                    <a:pt x="646420" y="234831"/>
                  </a:lnTo>
                  <a:lnTo>
                    <a:pt x="656819" y="281403"/>
                  </a:lnTo>
                  <a:lnTo>
                    <a:pt x="660400" y="330200"/>
                  </a:lnTo>
                  <a:lnTo>
                    <a:pt x="656819" y="378993"/>
                  </a:lnTo>
                  <a:lnTo>
                    <a:pt x="646420" y="425564"/>
                  </a:lnTo>
                  <a:lnTo>
                    <a:pt x="629711" y="469401"/>
                  </a:lnTo>
                  <a:lnTo>
                    <a:pt x="607204" y="509995"/>
                  </a:lnTo>
                  <a:lnTo>
                    <a:pt x="579410" y="546833"/>
                  </a:lnTo>
                  <a:lnTo>
                    <a:pt x="546838" y="579405"/>
                  </a:lnTo>
                  <a:lnTo>
                    <a:pt x="510000" y="607201"/>
                  </a:lnTo>
                  <a:lnTo>
                    <a:pt x="469407" y="629709"/>
                  </a:lnTo>
                  <a:lnTo>
                    <a:pt x="425568" y="646419"/>
                  </a:lnTo>
                  <a:lnTo>
                    <a:pt x="378996" y="656819"/>
                  </a:lnTo>
                  <a:lnTo>
                    <a:pt x="330200" y="660400"/>
                  </a:lnTo>
                  <a:lnTo>
                    <a:pt x="281403" y="656819"/>
                  </a:lnTo>
                  <a:lnTo>
                    <a:pt x="234831" y="646419"/>
                  </a:lnTo>
                  <a:lnTo>
                    <a:pt x="190992" y="629709"/>
                  </a:lnTo>
                  <a:lnTo>
                    <a:pt x="150399" y="607201"/>
                  </a:lnTo>
                  <a:lnTo>
                    <a:pt x="113561" y="579405"/>
                  </a:lnTo>
                  <a:lnTo>
                    <a:pt x="80989" y="546833"/>
                  </a:lnTo>
                  <a:lnTo>
                    <a:pt x="53195" y="509995"/>
                  </a:lnTo>
                  <a:lnTo>
                    <a:pt x="30688" y="469401"/>
                  </a:lnTo>
                  <a:lnTo>
                    <a:pt x="13979" y="425564"/>
                  </a:lnTo>
                  <a:lnTo>
                    <a:pt x="3580" y="378993"/>
                  </a:lnTo>
                  <a:lnTo>
                    <a:pt x="0" y="330200"/>
                  </a:lnTo>
                  <a:close/>
                </a:path>
              </a:pathLst>
            </a:custGeom>
            <a:ln w="127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sp>
        <p:nvSpPr>
          <p:cNvPr id="22" name="object 13">
            <a:extLst>
              <a:ext uri="{FF2B5EF4-FFF2-40B4-BE49-F238E27FC236}">
                <a16:creationId xmlns:a16="http://schemas.microsoft.com/office/drawing/2014/main" id="{12E1D91A-7422-FF13-49C5-54DD3C8C37A6}"/>
              </a:ext>
            </a:extLst>
          </p:cNvPr>
          <p:cNvSpPr txBox="1"/>
          <p:nvPr/>
        </p:nvSpPr>
        <p:spPr>
          <a:xfrm>
            <a:off x="2605303" y="5370048"/>
            <a:ext cx="1828800" cy="317395"/>
          </a:xfrm>
          <a:prstGeom prst="rect">
            <a:avLst/>
          </a:prstGeom>
        </p:spPr>
        <p:txBody>
          <a:bodyPr vert="horz" wrap="square" lIns="0" tIns="9525" rIns="0" bIns="0" rtlCol="0">
            <a:spAutoFit/>
          </a:bodyPr>
          <a:lstStyle/>
          <a:p>
            <a:pPr marL="9525">
              <a:spcBef>
                <a:spcPts val="75"/>
              </a:spcBef>
            </a:pPr>
            <a:r>
              <a:rPr lang="ja-JP" altLang="en-US" sz="2000" spc="-11">
                <a:solidFill>
                  <a:srgbClr val="1B2731"/>
                </a:solidFill>
                <a:latin typeface="Meiryo" panose="020B0604030504040204" pitchFamily="34" charset="-128"/>
                <a:ea typeface="Meiryo" panose="020B0604030504040204" pitchFamily="34" charset="-128"/>
                <a:cs typeface="Yu Gothic Medium"/>
              </a:rPr>
              <a:t>物体認識の実装</a:t>
            </a:r>
            <a:endParaRPr sz="2000" dirty="0">
              <a:solidFill>
                <a:srgbClr val="1B2731"/>
              </a:solidFill>
              <a:latin typeface="Meiryo" panose="020B0604030504040204" pitchFamily="34" charset="-128"/>
              <a:ea typeface="Meiryo" panose="020B0604030504040204" pitchFamily="34" charset="-128"/>
              <a:cs typeface="Yu Gothic Medium"/>
            </a:endParaRPr>
          </a:p>
        </p:txBody>
      </p:sp>
      <p:sp>
        <p:nvSpPr>
          <p:cNvPr id="24" name="テキスト ボックス 23">
            <a:extLst>
              <a:ext uri="{FF2B5EF4-FFF2-40B4-BE49-F238E27FC236}">
                <a16:creationId xmlns:a16="http://schemas.microsoft.com/office/drawing/2014/main" id="{554A101A-4DCF-3C8D-B70F-08AE52D18413}"/>
              </a:ext>
            </a:extLst>
          </p:cNvPr>
          <p:cNvSpPr txBox="1"/>
          <p:nvPr/>
        </p:nvSpPr>
        <p:spPr>
          <a:xfrm>
            <a:off x="990600" y="5987917"/>
            <a:ext cx="7414672" cy="369332"/>
          </a:xfrm>
          <a:prstGeom prst="rect">
            <a:avLst/>
          </a:prstGeom>
          <a:noFill/>
        </p:spPr>
        <p:txBody>
          <a:bodyPr wrap="square">
            <a:spAutoFit/>
          </a:bodyPr>
          <a:lstStyle/>
          <a:p>
            <a:r>
              <a:rPr lang="ja-JP" altLang="en-US" b="0" i="0">
                <a:solidFill>
                  <a:srgbClr val="333333"/>
                </a:solidFill>
                <a:effectLst/>
                <a:latin typeface="Noto Sans JP"/>
              </a:rPr>
              <a:t>同じリポジトリ中で複数の変更を同時に進めていくことができる</a:t>
            </a:r>
            <a:endParaRPr lang="ja-JP"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531218" y="3077093"/>
            <a:ext cx="646851" cy="1201627"/>
          </a:xfrm>
          <a:custGeom>
            <a:avLst/>
            <a:gdLst/>
            <a:ahLst/>
            <a:cxnLst/>
            <a:rect l="l" t="t" r="r" b="b"/>
            <a:pathLst>
              <a:path w="709295" h="1317625">
                <a:moveTo>
                  <a:pt x="709295" y="1317117"/>
                </a:moveTo>
                <a:lnTo>
                  <a:pt x="0" y="0"/>
                </a:lnTo>
              </a:path>
            </a:pathLst>
          </a:custGeom>
          <a:ln w="152400">
            <a:solidFill>
              <a:srgbClr val="FFC00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3" name="object 3"/>
          <p:cNvSpPr/>
          <p:nvPr/>
        </p:nvSpPr>
        <p:spPr>
          <a:xfrm>
            <a:off x="3918442" y="4601234"/>
            <a:ext cx="183571" cy="1295440"/>
          </a:xfrm>
          <a:custGeom>
            <a:avLst/>
            <a:gdLst/>
            <a:ahLst/>
            <a:cxnLst/>
            <a:rect l="l" t="t" r="r" b="b"/>
            <a:pathLst>
              <a:path w="803909" h="1420495">
                <a:moveTo>
                  <a:pt x="803656" y="0"/>
                </a:moveTo>
                <a:lnTo>
                  <a:pt x="0" y="1420495"/>
                </a:lnTo>
              </a:path>
            </a:pathLst>
          </a:custGeom>
          <a:ln w="1524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4" name="object 4"/>
          <p:cNvSpPr/>
          <p:nvPr/>
        </p:nvSpPr>
        <p:spPr>
          <a:xfrm>
            <a:off x="2579097" y="4637895"/>
            <a:ext cx="255346" cy="1274014"/>
          </a:xfrm>
          <a:custGeom>
            <a:avLst/>
            <a:gdLst/>
            <a:ahLst/>
            <a:cxnLst/>
            <a:rect l="l" t="t" r="r" b="b"/>
            <a:pathLst>
              <a:path w="1118235" h="1397000">
                <a:moveTo>
                  <a:pt x="0" y="0"/>
                </a:moveTo>
                <a:lnTo>
                  <a:pt x="1117727" y="1397000"/>
                </a:lnTo>
              </a:path>
            </a:pathLst>
          </a:custGeom>
          <a:ln w="1524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nvGrpSpPr>
          <p:cNvPr id="21" name="グループ化 20">
            <a:extLst>
              <a:ext uri="{FF2B5EF4-FFF2-40B4-BE49-F238E27FC236}">
                <a16:creationId xmlns:a16="http://schemas.microsoft.com/office/drawing/2014/main" id="{9E5FCA19-5369-B20B-E1D2-82147EA77E8D}"/>
              </a:ext>
            </a:extLst>
          </p:cNvPr>
          <p:cNvGrpSpPr/>
          <p:nvPr/>
        </p:nvGrpSpPr>
        <p:grpSpPr>
          <a:xfrm>
            <a:off x="417263" y="3009165"/>
            <a:ext cx="7765115" cy="1881663"/>
            <a:chOff x="2351786" y="2553776"/>
            <a:chExt cx="8514715" cy="2063308"/>
          </a:xfrm>
        </p:grpSpPr>
        <p:sp>
          <p:nvSpPr>
            <p:cNvPr id="6" name="object 6"/>
            <p:cNvSpPr/>
            <p:nvPr/>
          </p:nvSpPr>
          <p:spPr>
            <a:xfrm>
              <a:off x="5426014" y="2553776"/>
              <a:ext cx="2584766" cy="1397000"/>
            </a:xfrm>
            <a:custGeom>
              <a:avLst/>
              <a:gdLst/>
              <a:ahLst/>
              <a:cxnLst/>
              <a:rect l="l" t="t" r="r" b="b"/>
              <a:pathLst>
                <a:path w="4381500" h="1397000">
                  <a:moveTo>
                    <a:pt x="0" y="1397000"/>
                  </a:moveTo>
                  <a:lnTo>
                    <a:pt x="1117600" y="0"/>
                  </a:lnTo>
                </a:path>
                <a:path w="4381500" h="1397000">
                  <a:moveTo>
                    <a:pt x="1117600" y="0"/>
                  </a:moveTo>
                  <a:lnTo>
                    <a:pt x="4381500" y="20827"/>
                  </a:lnTo>
                </a:path>
              </a:pathLst>
            </a:custGeom>
            <a:ln w="152400">
              <a:solidFill>
                <a:srgbClr val="FFC00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8" name="object 8"/>
            <p:cNvSpPr/>
            <p:nvPr/>
          </p:nvSpPr>
          <p:spPr>
            <a:xfrm>
              <a:off x="2351786" y="3929379"/>
              <a:ext cx="8514715" cy="687705"/>
            </a:xfrm>
            <a:custGeom>
              <a:avLst/>
              <a:gdLst/>
              <a:ahLst/>
              <a:cxnLst/>
              <a:rect l="l" t="t" r="r" b="b"/>
              <a:pathLst>
                <a:path w="8514715" h="687704">
                  <a:moveTo>
                    <a:pt x="8514334" y="342265"/>
                  </a:moveTo>
                  <a:lnTo>
                    <a:pt x="8383702" y="266065"/>
                  </a:lnTo>
                  <a:lnTo>
                    <a:pt x="7944358" y="9779"/>
                  </a:lnTo>
                  <a:lnTo>
                    <a:pt x="7915719" y="0"/>
                  </a:lnTo>
                  <a:lnTo>
                    <a:pt x="7886547" y="1879"/>
                  </a:lnTo>
                  <a:lnTo>
                    <a:pt x="7860220" y="14566"/>
                  </a:lnTo>
                  <a:lnTo>
                    <a:pt x="7840091" y="37211"/>
                  </a:lnTo>
                  <a:lnTo>
                    <a:pt x="7830312" y="65824"/>
                  </a:lnTo>
                  <a:lnTo>
                    <a:pt x="7832230" y="94957"/>
                  </a:lnTo>
                  <a:lnTo>
                    <a:pt x="7844930" y="121246"/>
                  </a:lnTo>
                  <a:lnTo>
                    <a:pt x="7867523" y="141351"/>
                  </a:lnTo>
                  <a:lnTo>
                    <a:pt x="8081315" y="266065"/>
                  </a:lnTo>
                  <a:lnTo>
                    <a:pt x="3405454" y="266065"/>
                  </a:lnTo>
                  <a:lnTo>
                    <a:pt x="3384461" y="203060"/>
                  </a:lnTo>
                  <a:lnTo>
                    <a:pt x="3361956" y="162471"/>
                  </a:lnTo>
                  <a:lnTo>
                    <a:pt x="3334156" y="125628"/>
                  </a:lnTo>
                  <a:lnTo>
                    <a:pt x="3301593" y="93065"/>
                  </a:lnTo>
                  <a:lnTo>
                    <a:pt x="3264751" y="65265"/>
                  </a:lnTo>
                  <a:lnTo>
                    <a:pt x="3224161" y="42760"/>
                  </a:lnTo>
                  <a:lnTo>
                    <a:pt x="3180321" y="26047"/>
                  </a:lnTo>
                  <a:lnTo>
                    <a:pt x="3133750" y="15646"/>
                  </a:lnTo>
                  <a:lnTo>
                    <a:pt x="3084957" y="12065"/>
                  </a:lnTo>
                  <a:lnTo>
                    <a:pt x="3036151" y="15646"/>
                  </a:lnTo>
                  <a:lnTo>
                    <a:pt x="2989580" y="26047"/>
                  </a:lnTo>
                  <a:lnTo>
                    <a:pt x="2945739" y="42760"/>
                  </a:lnTo>
                  <a:lnTo>
                    <a:pt x="2905150" y="65265"/>
                  </a:lnTo>
                  <a:lnTo>
                    <a:pt x="2868307" y="93065"/>
                  </a:lnTo>
                  <a:lnTo>
                    <a:pt x="2835745" y="125628"/>
                  </a:lnTo>
                  <a:lnTo>
                    <a:pt x="2807944" y="162471"/>
                  </a:lnTo>
                  <a:lnTo>
                    <a:pt x="2785440" y="203060"/>
                  </a:lnTo>
                  <a:lnTo>
                    <a:pt x="2768727" y="246900"/>
                  </a:lnTo>
                  <a:lnTo>
                    <a:pt x="2764434" y="266065"/>
                  </a:lnTo>
                  <a:lnTo>
                    <a:pt x="1425295" y="266065"/>
                  </a:lnTo>
                  <a:lnTo>
                    <a:pt x="1407706" y="218300"/>
                  </a:lnTo>
                  <a:lnTo>
                    <a:pt x="1385201" y="177711"/>
                  </a:lnTo>
                  <a:lnTo>
                    <a:pt x="1357401" y="140868"/>
                  </a:lnTo>
                  <a:lnTo>
                    <a:pt x="1324838" y="108305"/>
                  </a:lnTo>
                  <a:lnTo>
                    <a:pt x="1287995" y="80505"/>
                  </a:lnTo>
                  <a:lnTo>
                    <a:pt x="1247406" y="58000"/>
                  </a:lnTo>
                  <a:lnTo>
                    <a:pt x="1203566" y="41287"/>
                  </a:lnTo>
                  <a:lnTo>
                    <a:pt x="1156995" y="30886"/>
                  </a:lnTo>
                  <a:lnTo>
                    <a:pt x="1108202" y="27305"/>
                  </a:lnTo>
                  <a:lnTo>
                    <a:pt x="1059395" y="30886"/>
                  </a:lnTo>
                  <a:lnTo>
                    <a:pt x="1012825" y="41287"/>
                  </a:lnTo>
                  <a:lnTo>
                    <a:pt x="968984" y="58000"/>
                  </a:lnTo>
                  <a:lnTo>
                    <a:pt x="928395" y="80505"/>
                  </a:lnTo>
                  <a:lnTo>
                    <a:pt x="891552" y="108305"/>
                  </a:lnTo>
                  <a:lnTo>
                    <a:pt x="858989" y="140868"/>
                  </a:lnTo>
                  <a:lnTo>
                    <a:pt x="831189" y="177711"/>
                  </a:lnTo>
                  <a:lnTo>
                    <a:pt x="808685" y="218300"/>
                  </a:lnTo>
                  <a:lnTo>
                    <a:pt x="791972" y="262140"/>
                  </a:lnTo>
                  <a:lnTo>
                    <a:pt x="791083" y="266065"/>
                  </a:lnTo>
                  <a:lnTo>
                    <a:pt x="76200" y="266065"/>
                  </a:lnTo>
                  <a:lnTo>
                    <a:pt x="46494" y="272072"/>
                  </a:lnTo>
                  <a:lnTo>
                    <a:pt x="22288" y="288404"/>
                  </a:lnTo>
                  <a:lnTo>
                    <a:pt x="5969" y="312635"/>
                  </a:lnTo>
                  <a:lnTo>
                    <a:pt x="0" y="342265"/>
                  </a:lnTo>
                  <a:lnTo>
                    <a:pt x="5969" y="371906"/>
                  </a:lnTo>
                  <a:lnTo>
                    <a:pt x="22288" y="396138"/>
                  </a:lnTo>
                  <a:lnTo>
                    <a:pt x="46494" y="412470"/>
                  </a:lnTo>
                  <a:lnTo>
                    <a:pt x="76200" y="418465"/>
                  </a:lnTo>
                  <a:lnTo>
                    <a:pt x="784275" y="418465"/>
                  </a:lnTo>
                  <a:lnTo>
                    <a:pt x="791972" y="452882"/>
                  </a:lnTo>
                  <a:lnTo>
                    <a:pt x="808685" y="496722"/>
                  </a:lnTo>
                  <a:lnTo>
                    <a:pt x="831189" y="537311"/>
                  </a:lnTo>
                  <a:lnTo>
                    <a:pt x="858989" y="574154"/>
                  </a:lnTo>
                  <a:lnTo>
                    <a:pt x="891552" y="606717"/>
                  </a:lnTo>
                  <a:lnTo>
                    <a:pt x="928395" y="634517"/>
                  </a:lnTo>
                  <a:lnTo>
                    <a:pt x="968984" y="657021"/>
                  </a:lnTo>
                  <a:lnTo>
                    <a:pt x="1012825" y="673735"/>
                  </a:lnTo>
                  <a:lnTo>
                    <a:pt x="1059395" y="684136"/>
                  </a:lnTo>
                  <a:lnTo>
                    <a:pt x="1108202" y="687705"/>
                  </a:lnTo>
                  <a:lnTo>
                    <a:pt x="1156995" y="684136"/>
                  </a:lnTo>
                  <a:lnTo>
                    <a:pt x="1203566" y="673735"/>
                  </a:lnTo>
                  <a:lnTo>
                    <a:pt x="1247406" y="657021"/>
                  </a:lnTo>
                  <a:lnTo>
                    <a:pt x="1287995" y="634517"/>
                  </a:lnTo>
                  <a:lnTo>
                    <a:pt x="1324838" y="606717"/>
                  </a:lnTo>
                  <a:lnTo>
                    <a:pt x="1357401" y="574154"/>
                  </a:lnTo>
                  <a:lnTo>
                    <a:pt x="1385201" y="537311"/>
                  </a:lnTo>
                  <a:lnTo>
                    <a:pt x="1407706" y="496722"/>
                  </a:lnTo>
                  <a:lnTo>
                    <a:pt x="1424419" y="452882"/>
                  </a:lnTo>
                  <a:lnTo>
                    <a:pt x="1432102" y="418465"/>
                  </a:lnTo>
                  <a:lnTo>
                    <a:pt x="2764434" y="418465"/>
                  </a:lnTo>
                  <a:lnTo>
                    <a:pt x="2785440" y="481482"/>
                  </a:lnTo>
                  <a:lnTo>
                    <a:pt x="2807944" y="522071"/>
                  </a:lnTo>
                  <a:lnTo>
                    <a:pt x="2835745" y="558914"/>
                  </a:lnTo>
                  <a:lnTo>
                    <a:pt x="2868307" y="591477"/>
                  </a:lnTo>
                  <a:lnTo>
                    <a:pt x="2905150" y="619277"/>
                  </a:lnTo>
                  <a:lnTo>
                    <a:pt x="2945739" y="641781"/>
                  </a:lnTo>
                  <a:lnTo>
                    <a:pt x="2989580" y="658495"/>
                  </a:lnTo>
                  <a:lnTo>
                    <a:pt x="3036151" y="668896"/>
                  </a:lnTo>
                  <a:lnTo>
                    <a:pt x="3084957" y="672465"/>
                  </a:lnTo>
                  <a:lnTo>
                    <a:pt x="3133750" y="668896"/>
                  </a:lnTo>
                  <a:lnTo>
                    <a:pt x="3180321" y="658495"/>
                  </a:lnTo>
                  <a:lnTo>
                    <a:pt x="3224161" y="641781"/>
                  </a:lnTo>
                  <a:lnTo>
                    <a:pt x="3264751" y="619277"/>
                  </a:lnTo>
                  <a:lnTo>
                    <a:pt x="3301593" y="591477"/>
                  </a:lnTo>
                  <a:lnTo>
                    <a:pt x="3334156" y="558914"/>
                  </a:lnTo>
                  <a:lnTo>
                    <a:pt x="3361956" y="522071"/>
                  </a:lnTo>
                  <a:lnTo>
                    <a:pt x="3384461" y="481482"/>
                  </a:lnTo>
                  <a:lnTo>
                    <a:pt x="3401174" y="437642"/>
                  </a:lnTo>
                  <a:lnTo>
                    <a:pt x="3405454" y="418465"/>
                  </a:lnTo>
                  <a:lnTo>
                    <a:pt x="8081315" y="418465"/>
                  </a:lnTo>
                  <a:lnTo>
                    <a:pt x="7867523" y="543179"/>
                  </a:lnTo>
                  <a:lnTo>
                    <a:pt x="7844930" y="563295"/>
                  </a:lnTo>
                  <a:lnTo>
                    <a:pt x="7832230" y="589584"/>
                  </a:lnTo>
                  <a:lnTo>
                    <a:pt x="7830312" y="618718"/>
                  </a:lnTo>
                  <a:lnTo>
                    <a:pt x="7840091" y="647319"/>
                  </a:lnTo>
                  <a:lnTo>
                    <a:pt x="7860220" y="669975"/>
                  </a:lnTo>
                  <a:lnTo>
                    <a:pt x="7886547" y="682663"/>
                  </a:lnTo>
                  <a:lnTo>
                    <a:pt x="7915719" y="684542"/>
                  </a:lnTo>
                  <a:lnTo>
                    <a:pt x="7944358" y="674751"/>
                  </a:lnTo>
                  <a:lnTo>
                    <a:pt x="8383702" y="418465"/>
                  </a:lnTo>
                  <a:lnTo>
                    <a:pt x="8514334" y="342265"/>
                  </a:lnTo>
                  <a:close/>
                </a:path>
              </a:pathLst>
            </a:custGeom>
            <a:solidFill>
              <a:srgbClr val="20B782"/>
            </a:solidFill>
          </p:spPr>
          <p:txBody>
            <a:bodyPr wrap="square" lIns="0" tIns="0" rIns="0" bIns="0" rtlCol="0"/>
            <a:lstStyle/>
            <a:p>
              <a:endParaRPr dirty="0">
                <a:solidFill>
                  <a:srgbClr val="1B2731"/>
                </a:solidFill>
                <a:latin typeface="Meiryo" panose="020B0604030504040204" pitchFamily="34" charset="-128"/>
                <a:ea typeface="Meiryo" panose="020B0604030504040204" pitchFamily="34" charset="-128"/>
              </a:endParaRPr>
            </a:p>
          </p:txBody>
        </p:sp>
      </p:grpSp>
      <p:grpSp>
        <p:nvGrpSpPr>
          <p:cNvPr id="11" name="object 11"/>
          <p:cNvGrpSpPr/>
          <p:nvPr/>
        </p:nvGrpSpPr>
        <p:grpSpPr>
          <a:xfrm>
            <a:off x="2549268" y="5490076"/>
            <a:ext cx="1488260" cy="602261"/>
            <a:chOff x="4315226" y="5557783"/>
            <a:chExt cx="1631928" cy="660400"/>
          </a:xfrm>
        </p:grpSpPr>
        <p:sp>
          <p:nvSpPr>
            <p:cNvPr id="12" name="object 12"/>
            <p:cNvSpPr/>
            <p:nvPr/>
          </p:nvSpPr>
          <p:spPr>
            <a:xfrm>
              <a:off x="4573652" y="5887984"/>
              <a:ext cx="1373502" cy="166741"/>
            </a:xfrm>
            <a:custGeom>
              <a:avLst/>
              <a:gdLst/>
              <a:ahLst/>
              <a:cxnLst/>
              <a:rect l="l" t="t" r="r" b="b"/>
              <a:pathLst>
                <a:path w="1727835" h="152400">
                  <a:moveTo>
                    <a:pt x="0" y="152400"/>
                  </a:moveTo>
                  <a:lnTo>
                    <a:pt x="1727835" y="152400"/>
                  </a:lnTo>
                  <a:lnTo>
                    <a:pt x="1727835" y="0"/>
                  </a:lnTo>
                  <a:lnTo>
                    <a:pt x="0" y="0"/>
                  </a:lnTo>
                  <a:lnTo>
                    <a:pt x="0" y="152400"/>
                  </a:lnTo>
                  <a:close/>
                </a:path>
              </a:pathLst>
            </a:custGeom>
            <a:solidFill>
              <a:srgbClr val="7EB9F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13" name="object 13"/>
            <p:cNvSpPr/>
            <p:nvPr/>
          </p:nvSpPr>
          <p:spPr>
            <a:xfrm>
              <a:off x="4315226" y="5557783"/>
              <a:ext cx="660400" cy="660400"/>
            </a:xfrm>
            <a:custGeom>
              <a:avLst/>
              <a:gdLst/>
              <a:ahLst/>
              <a:cxnLst/>
              <a:rect l="l" t="t" r="r" b="b"/>
              <a:pathLst>
                <a:path w="660400" h="660400">
                  <a:moveTo>
                    <a:pt x="330200" y="0"/>
                  </a:moveTo>
                  <a:lnTo>
                    <a:pt x="281403" y="3580"/>
                  </a:lnTo>
                  <a:lnTo>
                    <a:pt x="234831" y="13980"/>
                  </a:lnTo>
                  <a:lnTo>
                    <a:pt x="190992" y="30690"/>
                  </a:lnTo>
                  <a:lnTo>
                    <a:pt x="150399" y="53198"/>
                  </a:lnTo>
                  <a:lnTo>
                    <a:pt x="113561" y="80994"/>
                  </a:lnTo>
                  <a:lnTo>
                    <a:pt x="80989" y="113566"/>
                  </a:lnTo>
                  <a:lnTo>
                    <a:pt x="53195" y="150404"/>
                  </a:lnTo>
                  <a:lnTo>
                    <a:pt x="30688" y="190998"/>
                  </a:lnTo>
                  <a:lnTo>
                    <a:pt x="13979" y="234835"/>
                  </a:lnTo>
                  <a:lnTo>
                    <a:pt x="3580" y="281406"/>
                  </a:lnTo>
                  <a:lnTo>
                    <a:pt x="0" y="330200"/>
                  </a:lnTo>
                  <a:lnTo>
                    <a:pt x="3580" y="378993"/>
                  </a:lnTo>
                  <a:lnTo>
                    <a:pt x="13979" y="425564"/>
                  </a:lnTo>
                  <a:lnTo>
                    <a:pt x="30688" y="469401"/>
                  </a:lnTo>
                  <a:lnTo>
                    <a:pt x="53195" y="509995"/>
                  </a:lnTo>
                  <a:lnTo>
                    <a:pt x="80989" y="546833"/>
                  </a:lnTo>
                  <a:lnTo>
                    <a:pt x="113561" y="579405"/>
                  </a:lnTo>
                  <a:lnTo>
                    <a:pt x="150399" y="607201"/>
                  </a:lnTo>
                  <a:lnTo>
                    <a:pt x="190992" y="629709"/>
                  </a:lnTo>
                  <a:lnTo>
                    <a:pt x="234831" y="646419"/>
                  </a:lnTo>
                  <a:lnTo>
                    <a:pt x="281403" y="656819"/>
                  </a:lnTo>
                  <a:lnTo>
                    <a:pt x="330200" y="660400"/>
                  </a:lnTo>
                  <a:lnTo>
                    <a:pt x="378996" y="656819"/>
                  </a:lnTo>
                  <a:lnTo>
                    <a:pt x="425568" y="646419"/>
                  </a:lnTo>
                  <a:lnTo>
                    <a:pt x="469407" y="629709"/>
                  </a:lnTo>
                  <a:lnTo>
                    <a:pt x="510000" y="607201"/>
                  </a:lnTo>
                  <a:lnTo>
                    <a:pt x="546838" y="579405"/>
                  </a:lnTo>
                  <a:lnTo>
                    <a:pt x="579410" y="546833"/>
                  </a:lnTo>
                  <a:lnTo>
                    <a:pt x="607204" y="509995"/>
                  </a:lnTo>
                  <a:lnTo>
                    <a:pt x="629711" y="469401"/>
                  </a:lnTo>
                  <a:lnTo>
                    <a:pt x="646420" y="425564"/>
                  </a:lnTo>
                  <a:lnTo>
                    <a:pt x="656819" y="378993"/>
                  </a:lnTo>
                  <a:lnTo>
                    <a:pt x="660400" y="330200"/>
                  </a:lnTo>
                  <a:lnTo>
                    <a:pt x="656819" y="281406"/>
                  </a:lnTo>
                  <a:lnTo>
                    <a:pt x="646420" y="234835"/>
                  </a:lnTo>
                  <a:lnTo>
                    <a:pt x="629711" y="190998"/>
                  </a:lnTo>
                  <a:lnTo>
                    <a:pt x="607204" y="150404"/>
                  </a:lnTo>
                  <a:lnTo>
                    <a:pt x="579410" y="113566"/>
                  </a:lnTo>
                  <a:lnTo>
                    <a:pt x="546838" y="80994"/>
                  </a:lnTo>
                  <a:lnTo>
                    <a:pt x="510000" y="53198"/>
                  </a:lnTo>
                  <a:lnTo>
                    <a:pt x="469407" y="30690"/>
                  </a:lnTo>
                  <a:lnTo>
                    <a:pt x="425568" y="13980"/>
                  </a:lnTo>
                  <a:lnTo>
                    <a:pt x="378996" y="3580"/>
                  </a:lnTo>
                  <a:lnTo>
                    <a:pt x="330200" y="0"/>
                  </a:lnTo>
                  <a:close/>
                </a:path>
              </a:pathLst>
            </a:custGeom>
            <a:solidFill>
              <a:srgbClr val="7EB9F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sp>
        <p:nvSpPr>
          <p:cNvPr id="15" name="object 15"/>
          <p:cNvSpPr txBox="1"/>
          <p:nvPr/>
        </p:nvSpPr>
        <p:spPr>
          <a:xfrm>
            <a:off x="645503" y="5641026"/>
            <a:ext cx="2107914" cy="286617"/>
          </a:xfrm>
          <a:prstGeom prst="rect">
            <a:avLst/>
          </a:prstGeom>
        </p:spPr>
        <p:txBody>
          <a:bodyPr vert="horz" wrap="square" lIns="0" tIns="9525" rIns="0" bIns="0" rtlCol="0">
            <a:spAutoFit/>
          </a:bodyPr>
          <a:lstStyle/>
          <a:p>
            <a:pPr marL="9525">
              <a:spcBef>
                <a:spcPts val="75"/>
              </a:spcBef>
            </a:pPr>
            <a:r>
              <a:rPr lang="ja-JP" altLang="en-US" spc="-11">
                <a:solidFill>
                  <a:srgbClr val="1B2731"/>
                </a:solidFill>
                <a:latin typeface="Meiryo" panose="020B0604030504040204" pitchFamily="34" charset="-128"/>
                <a:ea typeface="Meiryo" panose="020B0604030504040204" pitchFamily="34" charset="-128"/>
                <a:cs typeface="Yu Gothic Medium"/>
              </a:rPr>
              <a:t>物体認識ブランチ</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16" name="object 16"/>
          <p:cNvSpPr txBox="1"/>
          <p:nvPr/>
        </p:nvSpPr>
        <p:spPr>
          <a:xfrm>
            <a:off x="1352090" y="3431661"/>
            <a:ext cx="1868759" cy="286617"/>
          </a:xfrm>
          <a:prstGeom prst="rect">
            <a:avLst/>
          </a:prstGeom>
        </p:spPr>
        <p:txBody>
          <a:bodyPr vert="horz" wrap="square" lIns="0" tIns="9525" rIns="0" bIns="0" rtlCol="0">
            <a:spAutoFit/>
          </a:bodyPr>
          <a:lstStyle/>
          <a:p>
            <a:pPr marL="9525">
              <a:spcBef>
                <a:spcPts val="75"/>
              </a:spcBef>
            </a:pPr>
            <a:r>
              <a:rPr lang="ja-JP" altLang="en-US">
                <a:solidFill>
                  <a:srgbClr val="1B2731"/>
                </a:solidFill>
                <a:latin typeface="Meiryo" panose="020B0604030504040204" pitchFamily="34" charset="-128"/>
                <a:ea typeface="Meiryo" panose="020B0604030504040204" pitchFamily="34" charset="-128"/>
                <a:cs typeface="Yu Gothic Medium"/>
              </a:rPr>
              <a:t>人物認識ブランチ</a:t>
            </a:r>
            <a:endParaRPr dirty="0">
              <a:solidFill>
                <a:srgbClr val="1B2731"/>
              </a:solidFill>
              <a:latin typeface="Meiryo" panose="020B0604030504040204" pitchFamily="34" charset="-128"/>
              <a:ea typeface="Meiryo" panose="020B0604030504040204" pitchFamily="34" charset="-128"/>
              <a:cs typeface="Yu Gothic Medium"/>
            </a:endParaRPr>
          </a:p>
        </p:txBody>
      </p:sp>
      <p:sp>
        <p:nvSpPr>
          <p:cNvPr id="18" name="object 18"/>
          <p:cNvSpPr txBox="1"/>
          <p:nvPr/>
        </p:nvSpPr>
        <p:spPr>
          <a:xfrm>
            <a:off x="4201228" y="5639762"/>
            <a:ext cx="984784" cy="437940"/>
          </a:xfrm>
          <a:prstGeom prst="rect">
            <a:avLst/>
          </a:prstGeom>
        </p:spPr>
        <p:txBody>
          <a:bodyPr vert="horz" wrap="square" lIns="0" tIns="9525" rIns="0" bIns="0" rtlCol="0">
            <a:spAutoFit/>
          </a:bodyPr>
          <a:lstStyle/>
          <a:p>
            <a:pPr marL="9525">
              <a:spcBef>
                <a:spcPts val="75"/>
              </a:spcBef>
            </a:pPr>
            <a:r>
              <a:rPr lang="ja-JP" altLang="en-US" sz="1350" spc="-8">
                <a:solidFill>
                  <a:srgbClr val="1B2731"/>
                </a:solidFill>
                <a:latin typeface="Meiryo" panose="020B0604030504040204" pitchFamily="34" charset="-128"/>
                <a:ea typeface="Meiryo" panose="020B0604030504040204" pitchFamily="34" charset="-128"/>
                <a:cs typeface="Yu Gothic Medium"/>
              </a:rPr>
              <a:t>物体認識</a:t>
            </a:r>
            <a:endParaRPr lang="en-US" altLang="ja-JP" sz="1350" spc="-8" dirty="0">
              <a:solidFill>
                <a:srgbClr val="1B2731"/>
              </a:solidFill>
              <a:latin typeface="Meiryo" panose="020B0604030504040204" pitchFamily="34" charset="-128"/>
              <a:ea typeface="Meiryo" panose="020B0604030504040204" pitchFamily="34" charset="-128"/>
              <a:cs typeface="Yu Gothic Medium"/>
            </a:endParaRPr>
          </a:p>
          <a:p>
            <a:pPr marL="9525">
              <a:spcBef>
                <a:spcPts val="75"/>
              </a:spcBef>
            </a:pPr>
            <a:r>
              <a:rPr lang="ja-JP" altLang="en-US" sz="1350" spc="-8">
                <a:solidFill>
                  <a:srgbClr val="1B2731"/>
                </a:solidFill>
                <a:latin typeface="Meiryo" panose="020B0604030504040204" pitchFamily="34" charset="-128"/>
                <a:ea typeface="Meiryo" panose="020B0604030504040204" pitchFamily="34" charset="-128"/>
                <a:cs typeface="Yu Gothic Medium"/>
              </a:rPr>
              <a:t>実装完了</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19" name="object 19"/>
          <p:cNvSpPr txBox="1"/>
          <p:nvPr/>
        </p:nvSpPr>
        <p:spPr>
          <a:xfrm>
            <a:off x="5773061" y="3310888"/>
            <a:ext cx="2556769" cy="576440"/>
          </a:xfrm>
          <a:prstGeom prst="rect">
            <a:avLst/>
          </a:prstGeom>
        </p:spPr>
        <p:txBody>
          <a:bodyPr vert="horz" wrap="square" lIns="0" tIns="9525" rIns="0" bIns="0" rtlCol="0">
            <a:spAutoFit/>
          </a:bodyPr>
          <a:lstStyle/>
          <a:p>
            <a:pPr marL="180975" marR="3810" indent="-171450" algn="ctr">
              <a:spcBef>
                <a:spcPts val="75"/>
              </a:spcBef>
            </a:pPr>
            <a:r>
              <a:rPr lang="ja-JP" altLang="en-US" sz="1600" spc="-8">
                <a:solidFill>
                  <a:srgbClr val="1B2731"/>
                </a:solidFill>
                <a:latin typeface="Meiryo" panose="020B0604030504040204" pitchFamily="34" charset="-128"/>
                <a:ea typeface="Meiryo" panose="020B0604030504040204" pitchFamily="34" charset="-128"/>
                <a:cs typeface="Yu Gothic Medium"/>
              </a:rPr>
              <a:t>人物認識ブランチを</a:t>
            </a:r>
            <a:endParaRPr lang="en-US" altLang="ja-JP" sz="1600" spc="-8" dirty="0">
              <a:solidFill>
                <a:srgbClr val="1B2731"/>
              </a:solidFill>
              <a:latin typeface="Meiryo" panose="020B0604030504040204" pitchFamily="34" charset="-128"/>
              <a:ea typeface="Meiryo" panose="020B0604030504040204" pitchFamily="34" charset="-128"/>
              <a:cs typeface="Yu Gothic Medium"/>
            </a:endParaRPr>
          </a:p>
          <a:p>
            <a:pPr marL="180975" marR="3810" indent="-171450" algn="ctr">
              <a:spcBef>
                <a:spcPts val="75"/>
              </a:spcBef>
            </a:pPr>
            <a:r>
              <a:rPr lang="ja-JP" altLang="en-US" sz="2000" b="1" spc="-8">
                <a:solidFill>
                  <a:srgbClr val="1B2731"/>
                </a:solidFill>
                <a:latin typeface="Meiryo" panose="020B0604030504040204" pitchFamily="34" charset="-128"/>
                <a:ea typeface="Meiryo" panose="020B0604030504040204" pitchFamily="34" charset="-128"/>
                <a:cs typeface="Yu Gothic Medium"/>
              </a:rPr>
              <a:t>マージ</a:t>
            </a:r>
            <a:endParaRPr sz="2000" b="1" dirty="0">
              <a:solidFill>
                <a:srgbClr val="1B2731"/>
              </a:solidFill>
              <a:latin typeface="Meiryo" panose="020B0604030504040204" pitchFamily="34" charset="-128"/>
              <a:ea typeface="Meiryo" panose="020B0604030504040204" pitchFamily="34" charset="-128"/>
              <a:cs typeface="Yu Gothic Medium"/>
            </a:endParaRPr>
          </a:p>
        </p:txBody>
      </p:sp>
      <p:sp>
        <p:nvSpPr>
          <p:cNvPr id="20" name="object 20"/>
          <p:cNvSpPr txBox="1"/>
          <p:nvPr/>
        </p:nvSpPr>
        <p:spPr>
          <a:xfrm>
            <a:off x="5105400" y="2133600"/>
            <a:ext cx="1274014" cy="507190"/>
          </a:xfrm>
          <a:prstGeom prst="rect">
            <a:avLst/>
          </a:prstGeom>
        </p:spPr>
        <p:txBody>
          <a:bodyPr vert="horz" wrap="square" lIns="0" tIns="9525" rIns="0" bIns="0" rtlCol="0">
            <a:spAutoFit/>
          </a:bodyPr>
          <a:lstStyle/>
          <a:p>
            <a:pPr marL="9525" algn="ctr">
              <a:spcBef>
                <a:spcPts val="75"/>
              </a:spcBef>
            </a:pPr>
            <a:r>
              <a:rPr lang="ja-JP" altLang="en-US" spc="-8">
                <a:solidFill>
                  <a:srgbClr val="1B2731"/>
                </a:solidFill>
                <a:latin typeface="Meiryo" panose="020B0604030504040204" pitchFamily="34" charset="-128"/>
                <a:ea typeface="Meiryo" panose="020B0604030504040204" pitchFamily="34" charset="-128"/>
                <a:cs typeface="Yu Gothic Medium"/>
              </a:rPr>
              <a:t>人物認識</a:t>
            </a:r>
            <a:endParaRPr lang="en-US" altLang="ja-JP" spc="-8" dirty="0">
              <a:solidFill>
                <a:srgbClr val="1B2731"/>
              </a:solidFill>
              <a:latin typeface="Meiryo" panose="020B0604030504040204" pitchFamily="34" charset="-128"/>
              <a:ea typeface="Meiryo" panose="020B0604030504040204" pitchFamily="34" charset="-128"/>
              <a:cs typeface="Yu Gothic Medium"/>
            </a:endParaRPr>
          </a:p>
          <a:p>
            <a:pPr marL="9525" algn="ctr">
              <a:spcBef>
                <a:spcPts val="75"/>
              </a:spcBef>
            </a:pPr>
            <a:r>
              <a:rPr lang="ja-JP" altLang="en-US" sz="1350" spc="-8">
                <a:solidFill>
                  <a:srgbClr val="1B2731"/>
                </a:solidFill>
                <a:latin typeface="Meiryo" panose="020B0604030504040204" pitchFamily="34" charset="-128"/>
                <a:ea typeface="Meiryo" panose="020B0604030504040204" pitchFamily="34" charset="-128"/>
                <a:cs typeface="Yu Gothic Medium"/>
              </a:rPr>
              <a:t>実装完了</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22" name="円/楕円 21">
            <a:extLst>
              <a:ext uri="{FF2B5EF4-FFF2-40B4-BE49-F238E27FC236}">
                <a16:creationId xmlns:a16="http://schemas.microsoft.com/office/drawing/2014/main" id="{DA4DEE18-077F-6006-C557-3A3BE4F63094}"/>
              </a:ext>
            </a:extLst>
          </p:cNvPr>
          <p:cNvSpPr/>
          <p:nvPr/>
        </p:nvSpPr>
        <p:spPr>
          <a:xfrm>
            <a:off x="3645517" y="2702662"/>
            <a:ext cx="577476" cy="57747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B2731"/>
              </a:solidFill>
              <a:latin typeface="Meiryo" panose="020B0604030504040204" pitchFamily="34" charset="-128"/>
              <a:ea typeface="Meiryo" panose="020B0604030504040204" pitchFamily="34" charset="-128"/>
            </a:endParaRPr>
          </a:p>
        </p:txBody>
      </p:sp>
      <p:sp>
        <p:nvSpPr>
          <p:cNvPr id="23" name="円/楕円 22">
            <a:extLst>
              <a:ext uri="{FF2B5EF4-FFF2-40B4-BE49-F238E27FC236}">
                <a16:creationId xmlns:a16="http://schemas.microsoft.com/office/drawing/2014/main" id="{105544BF-3FCE-BCA3-02B6-D0162F7496C1}"/>
              </a:ext>
            </a:extLst>
          </p:cNvPr>
          <p:cNvSpPr/>
          <p:nvPr/>
        </p:nvSpPr>
        <p:spPr>
          <a:xfrm>
            <a:off x="5134277" y="2702662"/>
            <a:ext cx="577476" cy="57747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B2731"/>
              </a:solidFill>
              <a:latin typeface="Meiryo" panose="020B0604030504040204" pitchFamily="34" charset="-128"/>
              <a:ea typeface="Meiryo" panose="020B0604030504040204" pitchFamily="34" charset="-128"/>
            </a:endParaRPr>
          </a:p>
        </p:txBody>
      </p:sp>
      <p:sp>
        <p:nvSpPr>
          <p:cNvPr id="5" name="Slide Number Placeholder 5">
            <a:extLst>
              <a:ext uri="{FF2B5EF4-FFF2-40B4-BE49-F238E27FC236}">
                <a16:creationId xmlns:a16="http://schemas.microsoft.com/office/drawing/2014/main" id="{FED0DFC9-8A05-F2CB-118B-2C06514736C1}"/>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9</a:t>
            </a:fld>
            <a:endParaRPr kumimoji="1" lang="ja-JP" altLang="en-US">
              <a:solidFill>
                <a:srgbClr val="1B2731"/>
              </a:solidFill>
            </a:endParaRPr>
          </a:p>
        </p:txBody>
      </p:sp>
      <p:sp>
        <p:nvSpPr>
          <p:cNvPr id="7" name="object 7">
            <a:extLst>
              <a:ext uri="{FF2B5EF4-FFF2-40B4-BE49-F238E27FC236}">
                <a16:creationId xmlns:a16="http://schemas.microsoft.com/office/drawing/2014/main" id="{342CD98D-EA94-14D0-94D0-46BAB1038D8C}"/>
              </a:ext>
            </a:extLst>
          </p:cNvPr>
          <p:cNvSpPr txBox="1">
            <a:spLocks/>
          </p:cNvSpPr>
          <p:nvPr/>
        </p:nvSpPr>
        <p:spPr>
          <a:xfrm>
            <a:off x="304800" y="76200"/>
            <a:ext cx="78486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01">
                <a:solidFill>
                  <a:srgbClr val="1B2731"/>
                </a:solidFill>
                <a:latin typeface="Meiryo" panose="020B0604030504040204" pitchFamily="34" charset="-128"/>
              </a:rPr>
              <a:t>マージ</a:t>
            </a:r>
            <a:r>
              <a:rPr lang="en-US" altLang="ja-JP" sz="3600" spc="101" dirty="0">
                <a:solidFill>
                  <a:srgbClr val="1B2731"/>
                </a:solidFill>
                <a:latin typeface="Meiryo" panose="020B0604030504040204" pitchFamily="34" charset="-128"/>
              </a:rPr>
              <a:t>(</a:t>
            </a:r>
            <a:r>
              <a:rPr lang="en" altLang="ja-JP" sz="3600" spc="-38" dirty="0">
                <a:solidFill>
                  <a:srgbClr val="1B2731"/>
                </a:solidFill>
                <a:latin typeface="Meiryo" panose="020B0604030504040204" pitchFamily="34" charset="-128"/>
              </a:rPr>
              <a:t>merge)</a:t>
            </a:r>
            <a:endParaRPr lang="ja-JP" altLang="en-US" sz="3600" dirty="0">
              <a:solidFill>
                <a:srgbClr val="1B2731"/>
              </a:solidFill>
              <a:latin typeface="Meiryo" panose="020B0604030504040204" pitchFamily="34" charset="-128"/>
            </a:endParaRPr>
          </a:p>
        </p:txBody>
      </p:sp>
      <p:sp>
        <p:nvSpPr>
          <p:cNvPr id="14" name="object 13">
            <a:extLst>
              <a:ext uri="{FF2B5EF4-FFF2-40B4-BE49-F238E27FC236}">
                <a16:creationId xmlns:a16="http://schemas.microsoft.com/office/drawing/2014/main" id="{004F0348-342D-F574-2BD0-FA4DA1D894A8}"/>
              </a:ext>
            </a:extLst>
          </p:cNvPr>
          <p:cNvSpPr/>
          <p:nvPr/>
        </p:nvSpPr>
        <p:spPr>
          <a:xfrm>
            <a:off x="3584749" y="5531104"/>
            <a:ext cx="602261" cy="602261"/>
          </a:xfrm>
          <a:custGeom>
            <a:avLst/>
            <a:gdLst/>
            <a:ahLst/>
            <a:cxnLst/>
            <a:rect l="l" t="t" r="r" b="b"/>
            <a:pathLst>
              <a:path w="660400" h="660400">
                <a:moveTo>
                  <a:pt x="330200" y="0"/>
                </a:moveTo>
                <a:lnTo>
                  <a:pt x="281403" y="3580"/>
                </a:lnTo>
                <a:lnTo>
                  <a:pt x="234831" y="13980"/>
                </a:lnTo>
                <a:lnTo>
                  <a:pt x="190992" y="30690"/>
                </a:lnTo>
                <a:lnTo>
                  <a:pt x="150399" y="53198"/>
                </a:lnTo>
                <a:lnTo>
                  <a:pt x="113561" y="80994"/>
                </a:lnTo>
                <a:lnTo>
                  <a:pt x="80989" y="113566"/>
                </a:lnTo>
                <a:lnTo>
                  <a:pt x="53195" y="150404"/>
                </a:lnTo>
                <a:lnTo>
                  <a:pt x="30688" y="190998"/>
                </a:lnTo>
                <a:lnTo>
                  <a:pt x="13979" y="234835"/>
                </a:lnTo>
                <a:lnTo>
                  <a:pt x="3580" y="281406"/>
                </a:lnTo>
                <a:lnTo>
                  <a:pt x="0" y="330200"/>
                </a:lnTo>
                <a:lnTo>
                  <a:pt x="3580" y="378993"/>
                </a:lnTo>
                <a:lnTo>
                  <a:pt x="13979" y="425564"/>
                </a:lnTo>
                <a:lnTo>
                  <a:pt x="30688" y="469401"/>
                </a:lnTo>
                <a:lnTo>
                  <a:pt x="53195" y="509995"/>
                </a:lnTo>
                <a:lnTo>
                  <a:pt x="80989" y="546833"/>
                </a:lnTo>
                <a:lnTo>
                  <a:pt x="113561" y="579405"/>
                </a:lnTo>
                <a:lnTo>
                  <a:pt x="150399" y="607201"/>
                </a:lnTo>
                <a:lnTo>
                  <a:pt x="190992" y="629709"/>
                </a:lnTo>
                <a:lnTo>
                  <a:pt x="234831" y="646419"/>
                </a:lnTo>
                <a:lnTo>
                  <a:pt x="281403" y="656819"/>
                </a:lnTo>
                <a:lnTo>
                  <a:pt x="330200" y="660400"/>
                </a:lnTo>
                <a:lnTo>
                  <a:pt x="378996" y="656819"/>
                </a:lnTo>
                <a:lnTo>
                  <a:pt x="425568" y="646419"/>
                </a:lnTo>
                <a:lnTo>
                  <a:pt x="469407" y="629709"/>
                </a:lnTo>
                <a:lnTo>
                  <a:pt x="510000" y="607201"/>
                </a:lnTo>
                <a:lnTo>
                  <a:pt x="546838" y="579405"/>
                </a:lnTo>
                <a:lnTo>
                  <a:pt x="579410" y="546833"/>
                </a:lnTo>
                <a:lnTo>
                  <a:pt x="607204" y="509995"/>
                </a:lnTo>
                <a:lnTo>
                  <a:pt x="629711" y="469401"/>
                </a:lnTo>
                <a:lnTo>
                  <a:pt x="646420" y="425564"/>
                </a:lnTo>
                <a:lnTo>
                  <a:pt x="656819" y="378993"/>
                </a:lnTo>
                <a:lnTo>
                  <a:pt x="660400" y="330200"/>
                </a:lnTo>
                <a:lnTo>
                  <a:pt x="656819" y="281406"/>
                </a:lnTo>
                <a:lnTo>
                  <a:pt x="646420" y="234835"/>
                </a:lnTo>
                <a:lnTo>
                  <a:pt x="629711" y="190998"/>
                </a:lnTo>
                <a:lnTo>
                  <a:pt x="607204" y="150404"/>
                </a:lnTo>
                <a:lnTo>
                  <a:pt x="579410" y="113566"/>
                </a:lnTo>
                <a:lnTo>
                  <a:pt x="546838" y="80994"/>
                </a:lnTo>
                <a:lnTo>
                  <a:pt x="510000" y="53198"/>
                </a:lnTo>
                <a:lnTo>
                  <a:pt x="469407" y="30690"/>
                </a:lnTo>
                <a:lnTo>
                  <a:pt x="425568" y="13980"/>
                </a:lnTo>
                <a:lnTo>
                  <a:pt x="378996" y="3580"/>
                </a:lnTo>
                <a:lnTo>
                  <a:pt x="330200" y="0"/>
                </a:lnTo>
                <a:close/>
              </a:path>
            </a:pathLst>
          </a:custGeom>
          <a:solidFill>
            <a:srgbClr val="7EB9F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24" name="object 20">
            <a:extLst>
              <a:ext uri="{FF2B5EF4-FFF2-40B4-BE49-F238E27FC236}">
                <a16:creationId xmlns:a16="http://schemas.microsoft.com/office/drawing/2014/main" id="{2C4E8978-0A60-4C2C-4ED9-B97BFDF5A55F}"/>
              </a:ext>
            </a:extLst>
          </p:cNvPr>
          <p:cNvSpPr txBox="1"/>
          <p:nvPr/>
        </p:nvSpPr>
        <p:spPr>
          <a:xfrm>
            <a:off x="3220849" y="2140798"/>
            <a:ext cx="1274014" cy="507190"/>
          </a:xfrm>
          <a:prstGeom prst="rect">
            <a:avLst/>
          </a:prstGeom>
        </p:spPr>
        <p:txBody>
          <a:bodyPr vert="horz" wrap="square" lIns="0" tIns="9525" rIns="0" bIns="0" rtlCol="0">
            <a:spAutoFit/>
          </a:bodyPr>
          <a:lstStyle/>
          <a:p>
            <a:pPr marL="9525" algn="ctr">
              <a:spcBef>
                <a:spcPts val="75"/>
              </a:spcBef>
            </a:pPr>
            <a:r>
              <a:rPr lang="ja-JP" altLang="en-US" spc="-8">
                <a:solidFill>
                  <a:srgbClr val="1B2731"/>
                </a:solidFill>
                <a:latin typeface="Meiryo" panose="020B0604030504040204" pitchFamily="34" charset="-128"/>
                <a:ea typeface="Meiryo" panose="020B0604030504040204" pitchFamily="34" charset="-128"/>
                <a:cs typeface="Yu Gothic Medium"/>
              </a:rPr>
              <a:t>人物認識</a:t>
            </a:r>
            <a:endParaRPr lang="en-US" altLang="ja-JP" spc="-8" dirty="0">
              <a:solidFill>
                <a:srgbClr val="1B2731"/>
              </a:solidFill>
              <a:latin typeface="Meiryo" panose="020B0604030504040204" pitchFamily="34" charset="-128"/>
              <a:ea typeface="Meiryo" panose="020B0604030504040204" pitchFamily="34" charset="-128"/>
              <a:cs typeface="Yu Gothic Medium"/>
            </a:endParaRPr>
          </a:p>
          <a:p>
            <a:pPr marL="9525" algn="ctr">
              <a:spcBef>
                <a:spcPts val="75"/>
              </a:spcBef>
            </a:pPr>
            <a:r>
              <a:rPr lang="ja-JP" altLang="en-US" sz="1350" spc="-8">
                <a:solidFill>
                  <a:srgbClr val="1B2731"/>
                </a:solidFill>
                <a:latin typeface="Meiryo" panose="020B0604030504040204" pitchFamily="34" charset="-128"/>
                <a:ea typeface="Meiryo" panose="020B0604030504040204" pitchFamily="34" charset="-128"/>
                <a:cs typeface="Yu Gothic Medium"/>
              </a:rPr>
              <a:t>雛形完了</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25" name="object 19">
            <a:extLst>
              <a:ext uri="{FF2B5EF4-FFF2-40B4-BE49-F238E27FC236}">
                <a16:creationId xmlns:a16="http://schemas.microsoft.com/office/drawing/2014/main" id="{82E4783A-62AC-9359-CB89-636847DEC879}"/>
              </a:ext>
            </a:extLst>
          </p:cNvPr>
          <p:cNvSpPr txBox="1"/>
          <p:nvPr/>
        </p:nvSpPr>
        <p:spPr>
          <a:xfrm>
            <a:off x="3827015" y="4899066"/>
            <a:ext cx="2556769" cy="576440"/>
          </a:xfrm>
          <a:prstGeom prst="rect">
            <a:avLst/>
          </a:prstGeom>
        </p:spPr>
        <p:txBody>
          <a:bodyPr vert="horz" wrap="square" lIns="0" tIns="9525" rIns="0" bIns="0" rtlCol="0">
            <a:spAutoFit/>
          </a:bodyPr>
          <a:lstStyle/>
          <a:p>
            <a:pPr marL="180975" marR="3810" indent="-171450" algn="ctr">
              <a:spcBef>
                <a:spcPts val="75"/>
              </a:spcBef>
            </a:pPr>
            <a:r>
              <a:rPr lang="ja-JP" altLang="en-US" sz="1600" spc="-8">
                <a:solidFill>
                  <a:srgbClr val="1B2731"/>
                </a:solidFill>
                <a:latin typeface="Meiryo" panose="020B0604030504040204" pitchFamily="34" charset="-128"/>
                <a:ea typeface="Meiryo" panose="020B0604030504040204" pitchFamily="34" charset="-128"/>
                <a:cs typeface="Yu Gothic Medium"/>
              </a:rPr>
              <a:t>物体認識ブランチを</a:t>
            </a:r>
            <a:endParaRPr lang="en-US" altLang="ja-JP" sz="1600" spc="-8" dirty="0">
              <a:solidFill>
                <a:srgbClr val="1B2731"/>
              </a:solidFill>
              <a:latin typeface="Meiryo" panose="020B0604030504040204" pitchFamily="34" charset="-128"/>
              <a:ea typeface="Meiryo" panose="020B0604030504040204" pitchFamily="34" charset="-128"/>
              <a:cs typeface="Yu Gothic Medium"/>
            </a:endParaRPr>
          </a:p>
          <a:p>
            <a:pPr marL="180975" marR="3810" indent="-171450" algn="ctr">
              <a:spcBef>
                <a:spcPts val="75"/>
              </a:spcBef>
            </a:pPr>
            <a:r>
              <a:rPr lang="ja-JP" altLang="en-US" sz="2000" b="1" spc="-8">
                <a:solidFill>
                  <a:srgbClr val="1B2731"/>
                </a:solidFill>
                <a:latin typeface="Meiryo" panose="020B0604030504040204" pitchFamily="34" charset="-128"/>
                <a:ea typeface="Meiryo" panose="020B0604030504040204" pitchFamily="34" charset="-128"/>
                <a:cs typeface="Yu Gothic Medium"/>
              </a:rPr>
              <a:t>マージ</a:t>
            </a:r>
            <a:endParaRPr sz="2000" b="1" dirty="0">
              <a:solidFill>
                <a:srgbClr val="1B2731"/>
              </a:solidFill>
              <a:latin typeface="Meiryo" panose="020B0604030504040204" pitchFamily="34" charset="-128"/>
              <a:ea typeface="Meiryo" panose="020B0604030504040204" pitchFamily="34" charset="-128"/>
              <a:cs typeface="Yu Gothic Medium"/>
            </a:endParaRPr>
          </a:p>
        </p:txBody>
      </p:sp>
      <p:sp>
        <p:nvSpPr>
          <p:cNvPr id="26" name="円/楕円 25">
            <a:extLst>
              <a:ext uri="{FF2B5EF4-FFF2-40B4-BE49-F238E27FC236}">
                <a16:creationId xmlns:a16="http://schemas.microsoft.com/office/drawing/2014/main" id="{07C59598-28BD-0EC0-0889-28980952634C}"/>
              </a:ext>
            </a:extLst>
          </p:cNvPr>
          <p:cNvSpPr/>
          <p:nvPr/>
        </p:nvSpPr>
        <p:spPr>
          <a:xfrm>
            <a:off x="6005255" y="4255428"/>
            <a:ext cx="580447" cy="580447"/>
          </a:xfrm>
          <a:prstGeom prst="ellipse">
            <a:avLst/>
          </a:prstGeom>
          <a:solidFill>
            <a:srgbClr val="1FB7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592CB56F-6E30-2994-6944-A3FCF49EDC8B}"/>
              </a:ext>
            </a:extLst>
          </p:cNvPr>
          <p:cNvSpPr txBox="1"/>
          <p:nvPr/>
        </p:nvSpPr>
        <p:spPr>
          <a:xfrm>
            <a:off x="354227" y="1152277"/>
            <a:ext cx="7385222" cy="461665"/>
          </a:xfrm>
          <a:prstGeom prst="rect">
            <a:avLst/>
          </a:prstGeom>
          <a:noFill/>
        </p:spPr>
        <p:txBody>
          <a:bodyPr wrap="square">
            <a:spAutoFit/>
          </a:bodyPr>
          <a:lstStyle/>
          <a:p>
            <a:r>
              <a:rPr lang="ja-JP" altLang="en-US" sz="2400"/>
              <a:t>別々に進んだ履歴（ブランチ）を</a:t>
            </a:r>
            <a:r>
              <a:rPr lang="en-US" altLang="ja-JP" sz="2400" dirty="0"/>
              <a:t>1</a:t>
            </a:r>
            <a:r>
              <a:rPr lang="ja-JP" altLang="en-US" sz="2400"/>
              <a:t>つに統合する操作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1371600"/>
            <a:ext cx="4971289" cy="2204610"/>
          </a:xfrm>
          <a:prstGeom prst="rect">
            <a:avLst/>
          </a:prstGeom>
        </p:spPr>
        <p:txBody>
          <a:bodyPr vert="horz" wrap="square" lIns="0" tIns="9049" rIns="0" bIns="0" rtlCol="0">
            <a:spAutoFit/>
          </a:bodyPr>
          <a:lstStyle/>
          <a:p>
            <a:pPr marL="9525" marR="3810">
              <a:lnSpc>
                <a:spcPct val="150000"/>
              </a:lnSpc>
              <a:spcBef>
                <a:spcPts val="71"/>
              </a:spcBef>
            </a:pPr>
            <a:r>
              <a:rPr sz="2400" b="1" spc="-23" dirty="0" err="1">
                <a:solidFill>
                  <a:srgbClr val="1B2731"/>
                </a:solidFill>
                <a:latin typeface="Meiryo" panose="020B0604030504040204" pitchFamily="34" charset="-128"/>
                <a:ea typeface="Meiryo" panose="020B0604030504040204" pitchFamily="34" charset="-128"/>
                <a:cs typeface="Yu Gothic Medium"/>
              </a:rPr>
              <a:t>Git</a:t>
            </a:r>
            <a:r>
              <a:rPr sz="2400" b="1" spc="-64" dirty="0" err="1">
                <a:solidFill>
                  <a:srgbClr val="1B2731"/>
                </a:solidFill>
                <a:latin typeface="Meiryo" panose="020B0604030504040204" pitchFamily="34" charset="-128"/>
                <a:ea typeface="Meiryo" panose="020B0604030504040204" pitchFamily="34" charset="-128"/>
                <a:cs typeface="Yu Gothic Medium"/>
              </a:rPr>
              <a:t>で管理されたファイルを</a:t>
            </a:r>
            <a:endParaRPr lang="en-US" sz="2400" b="1" spc="-64" dirty="0">
              <a:solidFill>
                <a:srgbClr val="1B2731"/>
              </a:solidFill>
              <a:latin typeface="Meiryo" panose="020B0604030504040204" pitchFamily="34" charset="-128"/>
              <a:ea typeface="Meiryo" panose="020B0604030504040204" pitchFamily="34" charset="-128"/>
              <a:cs typeface="Yu Gothic Medium"/>
            </a:endParaRPr>
          </a:p>
          <a:p>
            <a:pPr marL="9525" marR="3810">
              <a:lnSpc>
                <a:spcPct val="150000"/>
              </a:lnSpc>
              <a:spcBef>
                <a:spcPts val="71"/>
              </a:spcBef>
            </a:pPr>
            <a:r>
              <a:rPr sz="2400" b="1" spc="-64" dirty="0" err="1">
                <a:solidFill>
                  <a:srgbClr val="1B2731"/>
                </a:solidFill>
                <a:latin typeface="Meiryo" panose="020B0604030504040204" pitchFamily="34" charset="-128"/>
                <a:ea typeface="Meiryo" panose="020B0604030504040204" pitchFamily="34" charset="-128"/>
                <a:cs typeface="Yu Gothic Medium"/>
              </a:rPr>
              <a:t>インター</a:t>
            </a:r>
            <a:r>
              <a:rPr sz="2400" b="1" spc="-56" dirty="0" err="1">
                <a:solidFill>
                  <a:srgbClr val="1B2731"/>
                </a:solidFill>
                <a:latin typeface="Meiryo" panose="020B0604030504040204" pitchFamily="34" charset="-128"/>
                <a:ea typeface="Meiryo" panose="020B0604030504040204" pitchFamily="34" charset="-128"/>
                <a:cs typeface="Yu Gothic Medium"/>
              </a:rPr>
              <a:t>ネットにアップロードして</a:t>
            </a:r>
            <a:r>
              <a:rPr sz="2400" b="1" spc="-56" dirty="0">
                <a:solidFill>
                  <a:srgbClr val="1B2731"/>
                </a:solidFill>
                <a:latin typeface="Meiryo" panose="020B0604030504040204" pitchFamily="34" charset="-128"/>
                <a:ea typeface="Meiryo" panose="020B0604030504040204" pitchFamily="34" charset="-128"/>
                <a:cs typeface="Yu Gothic Medium"/>
              </a:rPr>
              <a:t> </a:t>
            </a:r>
            <a:r>
              <a:rPr sz="2400" b="1" spc="-56" dirty="0" err="1">
                <a:solidFill>
                  <a:srgbClr val="1B2731"/>
                </a:solidFill>
                <a:latin typeface="Meiryo" panose="020B0604030504040204" pitchFamily="34" charset="-128"/>
                <a:ea typeface="Meiryo" panose="020B0604030504040204" pitchFamily="34" charset="-128"/>
                <a:cs typeface="Yu Gothic Medium"/>
              </a:rPr>
              <a:t>複数人</a:t>
            </a:r>
            <a:r>
              <a:rPr sz="2400" b="1" spc="-64" dirty="0" err="1">
                <a:solidFill>
                  <a:srgbClr val="1B2731"/>
                </a:solidFill>
                <a:latin typeface="Meiryo" panose="020B0604030504040204" pitchFamily="34" charset="-128"/>
                <a:ea typeface="Meiryo" panose="020B0604030504040204" pitchFamily="34" charset="-128"/>
                <a:cs typeface="Yu Gothic Medium"/>
              </a:rPr>
              <a:t>での取り扱いを便利にする</a:t>
            </a:r>
            <a:endParaRPr lang="en-US" sz="2400" b="1" spc="-64" dirty="0">
              <a:solidFill>
                <a:srgbClr val="1B2731"/>
              </a:solidFill>
              <a:latin typeface="Meiryo" panose="020B0604030504040204" pitchFamily="34" charset="-128"/>
              <a:ea typeface="Meiryo" panose="020B0604030504040204" pitchFamily="34" charset="-128"/>
              <a:cs typeface="Yu Gothic Medium"/>
            </a:endParaRPr>
          </a:p>
          <a:p>
            <a:pPr marL="9525" marR="3810">
              <a:lnSpc>
                <a:spcPct val="150000"/>
              </a:lnSpc>
              <a:spcBef>
                <a:spcPts val="71"/>
              </a:spcBef>
            </a:pPr>
            <a:r>
              <a:rPr sz="2400" b="1" spc="-64" dirty="0" err="1">
                <a:solidFill>
                  <a:srgbClr val="1B2731"/>
                </a:solidFill>
                <a:latin typeface="Meiryo" panose="020B0604030504040204" pitchFamily="34" charset="-128"/>
                <a:ea typeface="Meiryo" panose="020B0604030504040204" pitchFamily="34" charset="-128"/>
                <a:cs typeface="Yu Gothic Medium"/>
              </a:rPr>
              <a:t>プラット</a:t>
            </a:r>
            <a:r>
              <a:rPr sz="2400" b="1" spc="-53" dirty="0" err="1">
                <a:solidFill>
                  <a:srgbClr val="1B2731"/>
                </a:solidFill>
                <a:latin typeface="Meiryo" panose="020B0604030504040204" pitchFamily="34" charset="-128"/>
                <a:ea typeface="Meiryo" panose="020B0604030504040204" pitchFamily="34" charset="-128"/>
                <a:cs typeface="Yu Gothic Medium"/>
              </a:rPr>
              <a:t>フォーム</a:t>
            </a:r>
            <a:endParaRPr sz="2400" b="1" dirty="0">
              <a:solidFill>
                <a:srgbClr val="1B2731"/>
              </a:solidFill>
              <a:latin typeface="Meiryo" panose="020B0604030504040204" pitchFamily="34" charset="-128"/>
              <a:ea typeface="Meiryo" panose="020B0604030504040204" pitchFamily="34" charset="-128"/>
              <a:cs typeface="Yu Gothic Medium"/>
            </a:endParaRPr>
          </a:p>
        </p:txBody>
      </p:sp>
      <p:sp>
        <p:nvSpPr>
          <p:cNvPr id="5" name="Slide Number Placeholder 5">
            <a:extLst>
              <a:ext uri="{FF2B5EF4-FFF2-40B4-BE49-F238E27FC236}">
                <a16:creationId xmlns:a16="http://schemas.microsoft.com/office/drawing/2014/main" id="{7ECAC67F-D702-FFC7-0908-077E18A54C10}"/>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10</a:t>
            </a:fld>
            <a:endParaRPr kumimoji="1" lang="ja-JP" altLang="en-US">
              <a:solidFill>
                <a:srgbClr val="1B2731"/>
              </a:solidFill>
            </a:endParaRPr>
          </a:p>
        </p:txBody>
      </p:sp>
      <p:sp>
        <p:nvSpPr>
          <p:cNvPr id="6" name="object 7">
            <a:extLst>
              <a:ext uri="{FF2B5EF4-FFF2-40B4-BE49-F238E27FC236}">
                <a16:creationId xmlns:a16="http://schemas.microsoft.com/office/drawing/2014/main" id="{98CC1056-9D27-A31F-8851-DF12C078E291}"/>
              </a:ext>
            </a:extLst>
          </p:cNvPr>
          <p:cNvSpPr txBox="1">
            <a:spLocks/>
          </p:cNvSpPr>
          <p:nvPr/>
        </p:nvSpPr>
        <p:spPr>
          <a:xfrm>
            <a:off x="304800" y="76200"/>
            <a:ext cx="78486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spc="34" dirty="0">
                <a:solidFill>
                  <a:srgbClr val="1B2731"/>
                </a:solidFill>
                <a:latin typeface="Meiryo" panose="020B0604030504040204" pitchFamily="34" charset="-128"/>
              </a:rPr>
              <a:t>GitHub</a:t>
            </a:r>
            <a:endParaRPr lang="ja-JP" altLang="en-US" sz="3600" dirty="0">
              <a:solidFill>
                <a:srgbClr val="1B2731"/>
              </a:solidFill>
              <a:latin typeface="Meiryo" panose="020B0604030504040204" pitchFamily="34" charset="-128"/>
            </a:endParaRPr>
          </a:p>
        </p:txBody>
      </p:sp>
      <p:pic>
        <p:nvPicPr>
          <p:cNvPr id="5122" name="Picture 2" descr="GitHub開発チュートリアル 最初からデプロイまで説明">
            <a:extLst>
              <a:ext uri="{FF2B5EF4-FFF2-40B4-BE49-F238E27FC236}">
                <a16:creationId xmlns:a16="http://schemas.microsoft.com/office/drawing/2014/main" id="{4A8E0701-C182-3111-3356-37B39513D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3748" y="1153105"/>
            <a:ext cx="2204610" cy="2204610"/>
          </a:xfrm>
          <a:prstGeom prst="rect">
            <a:avLst/>
          </a:prstGeom>
          <a:noFill/>
          <a:extLst>
            <a:ext uri="{909E8E84-426E-40DD-AFC4-6F175D3DCCD1}">
              <a14:hiddenFill xmlns:a14="http://schemas.microsoft.com/office/drawing/2010/main">
                <a:solidFill>
                  <a:srgbClr val="FFFFFF"/>
                </a:solidFill>
              </a14:hiddenFill>
            </a:ext>
          </a:extLst>
        </p:spPr>
      </p:pic>
      <p:pic>
        <p:nvPicPr>
          <p:cNvPr id="10" name="図 9" descr="グラフィカル ユーザー インターフェイス, Web サイト&#10;&#10;AI 生成コンテンツは誤りを含む可能性があります。">
            <a:extLst>
              <a:ext uri="{FF2B5EF4-FFF2-40B4-BE49-F238E27FC236}">
                <a16:creationId xmlns:a16="http://schemas.microsoft.com/office/drawing/2014/main" id="{62596FF6-36B4-0B6B-B14C-98AC260CB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4879" y="3736173"/>
            <a:ext cx="5434241" cy="24071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478332" y="1816779"/>
            <a:ext cx="1106805" cy="217367"/>
          </a:xfrm>
          <a:prstGeom prst="rect">
            <a:avLst/>
          </a:prstGeom>
        </p:spPr>
        <p:txBody>
          <a:bodyPr vert="horz" wrap="square" lIns="0" tIns="9525" rIns="0" bIns="0" rtlCol="0">
            <a:spAutoFit/>
          </a:bodyPr>
          <a:lstStyle/>
          <a:p>
            <a:pPr marL="9525">
              <a:spcBef>
                <a:spcPts val="75"/>
              </a:spcBef>
            </a:pPr>
            <a:r>
              <a:rPr sz="1350" dirty="0">
                <a:solidFill>
                  <a:srgbClr val="1B2731"/>
                </a:solidFill>
                <a:latin typeface="Meiryo" panose="020B0604030504040204" pitchFamily="34" charset="-128"/>
                <a:ea typeface="Meiryo" panose="020B0604030504040204" pitchFamily="34" charset="-128"/>
                <a:cs typeface="Yu Gothic Medium"/>
              </a:rPr>
              <a:t>各ユーザの</a:t>
            </a:r>
            <a:r>
              <a:rPr sz="1350" spc="-19" dirty="0">
                <a:solidFill>
                  <a:srgbClr val="1B2731"/>
                </a:solidFill>
                <a:latin typeface="Meiryo" panose="020B0604030504040204" pitchFamily="34" charset="-128"/>
                <a:ea typeface="Meiryo" panose="020B0604030504040204" pitchFamily="34" charset="-128"/>
                <a:cs typeface="Yu Gothic Medium"/>
              </a:rPr>
              <a:t>PC</a:t>
            </a:r>
            <a:endParaRPr sz="1350" dirty="0">
              <a:solidFill>
                <a:srgbClr val="1B2731"/>
              </a:solidFill>
              <a:latin typeface="Meiryo" panose="020B0604030504040204" pitchFamily="34" charset="-128"/>
              <a:ea typeface="Meiryo" panose="020B0604030504040204" pitchFamily="34" charset="-128"/>
              <a:cs typeface="Yu Gothic Medium"/>
            </a:endParaRPr>
          </a:p>
        </p:txBody>
      </p:sp>
      <p:pic>
        <p:nvPicPr>
          <p:cNvPr id="2054" name="Picture 6" descr="開発者プログラマーコーダ人コーディング開発プログラミングプログラムコード構文web開発アイコン」のベクター画像素材（ロイヤリティフリー）  2110316570 | Shutterstock">
            <a:extLst>
              <a:ext uri="{FF2B5EF4-FFF2-40B4-BE49-F238E27FC236}">
                <a16:creationId xmlns:a16="http://schemas.microsoft.com/office/drawing/2014/main" id="{239F2ADF-CB97-2ED6-3AFE-0A3AAD77455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5357" b="90000" l="10000" r="90000">
                        <a14:foregroundMark x1="46538" y1="37143" x2="48077" y2="21429"/>
                        <a14:foregroundMark x1="48077" y1="21429" x2="68077" y2="18571"/>
                        <a14:foregroundMark x1="68077" y1="18571" x2="69710" y2="30399"/>
                        <a14:foregroundMark x1="65749" y1="29261" x2="55000" y2="21071"/>
                        <a14:foregroundMark x1="62692" y1="11071" x2="42692" y2="7500"/>
                        <a14:foregroundMark x1="54231" y1="6071" x2="49615" y2="5357"/>
                        <a14:backgroundMark x1="71923" y1="31786" x2="68846" y2="35357"/>
                        <a14:backgroundMark x1="19231" y1="97143" x2="58462" y2="97500"/>
                        <a14:backgroundMark x1="58462" y1="97500" x2="79615" y2="96786"/>
                        <a14:backgroundMark x1="81923" y1="95357" x2="25385" y2="95357"/>
                        <a14:backgroundMark x1="25385" y1="95357" x2="44615" y2="97143"/>
                        <a14:backgroundMark x1="44615" y1="97143" x2="61154" y2="97143"/>
                        <a14:backgroundMark x1="61154" y1="97143" x2="80000" y2="97500"/>
                      </a14:backgroundRemoval>
                    </a14:imgEffect>
                  </a14:imgLayer>
                </a14:imgProps>
              </a:ext>
              <a:ext uri="{28A0092B-C50C-407E-A947-70E740481C1C}">
                <a14:useLocalDpi xmlns:a14="http://schemas.microsoft.com/office/drawing/2010/main" val="0"/>
              </a:ext>
            </a:extLst>
          </a:blip>
          <a:srcRect/>
          <a:stretch>
            <a:fillRect/>
          </a:stretch>
        </p:blipFill>
        <p:spPr bwMode="auto">
          <a:xfrm>
            <a:off x="325032" y="2015746"/>
            <a:ext cx="604095" cy="650564"/>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グループ化 44">
            <a:extLst>
              <a:ext uri="{FF2B5EF4-FFF2-40B4-BE49-F238E27FC236}">
                <a16:creationId xmlns:a16="http://schemas.microsoft.com/office/drawing/2014/main" id="{1C64797A-DCB2-EDDB-03EF-CE20A101C3D1}"/>
              </a:ext>
            </a:extLst>
          </p:cNvPr>
          <p:cNvGrpSpPr/>
          <p:nvPr/>
        </p:nvGrpSpPr>
        <p:grpSpPr>
          <a:xfrm>
            <a:off x="971550" y="2135474"/>
            <a:ext cx="2234671" cy="1718437"/>
            <a:chOff x="1219200" y="1563723"/>
            <a:chExt cx="2979561" cy="2291249"/>
          </a:xfrm>
        </p:grpSpPr>
        <p:sp>
          <p:nvSpPr>
            <p:cNvPr id="3" name="object 3"/>
            <p:cNvSpPr txBox="1"/>
            <p:nvPr/>
          </p:nvSpPr>
          <p:spPr>
            <a:xfrm>
              <a:off x="1379361" y="1563723"/>
              <a:ext cx="2819400" cy="451405"/>
            </a:xfrm>
            <a:prstGeom prst="rect">
              <a:avLst/>
            </a:prstGeom>
            <a:ln w="76200">
              <a:solidFill>
                <a:srgbClr val="FFC000"/>
              </a:solidFill>
            </a:ln>
          </p:spPr>
          <p:txBody>
            <a:bodyPr vert="horz" wrap="square" lIns="0" tIns="129540" rIns="0" bIns="0" rtlCol="0">
              <a:spAutoFit/>
            </a:bodyPr>
            <a:lstStyle/>
            <a:p>
              <a:pPr marL="142875">
                <a:spcBef>
                  <a:spcPts val="1020"/>
                </a:spcBef>
              </a:pPr>
              <a:endParaRPr sz="1350" dirty="0">
                <a:solidFill>
                  <a:srgbClr val="1B2731"/>
                </a:solidFill>
                <a:latin typeface="Meiryo" panose="020B0604030504040204" pitchFamily="34" charset="-128"/>
                <a:ea typeface="Meiryo" panose="020B0604030504040204" pitchFamily="34" charset="-128"/>
                <a:cs typeface="Yu Gothic Medium"/>
              </a:endParaRPr>
            </a:p>
          </p:txBody>
        </p:sp>
        <p:grpSp>
          <p:nvGrpSpPr>
            <p:cNvPr id="5" name="object 5"/>
            <p:cNvGrpSpPr/>
            <p:nvPr/>
          </p:nvGrpSpPr>
          <p:grpSpPr>
            <a:xfrm>
              <a:off x="2024660" y="2020939"/>
              <a:ext cx="1563711" cy="1834033"/>
              <a:chOff x="2072639" y="2873654"/>
              <a:chExt cx="2387600" cy="2800350"/>
            </a:xfrm>
          </p:grpSpPr>
          <p:sp>
            <p:nvSpPr>
              <p:cNvPr id="6" name="object 6"/>
              <p:cNvSpPr/>
              <p:nvPr/>
            </p:nvSpPr>
            <p:spPr>
              <a:xfrm>
                <a:off x="2359532" y="3441827"/>
                <a:ext cx="986790" cy="1997075"/>
              </a:xfrm>
              <a:custGeom>
                <a:avLst/>
                <a:gdLst/>
                <a:ahLst/>
                <a:cxnLst/>
                <a:rect l="l" t="t" r="r" b="b"/>
                <a:pathLst>
                  <a:path w="986789" h="1997075">
                    <a:moveTo>
                      <a:pt x="986536" y="1257173"/>
                    </a:moveTo>
                    <a:lnTo>
                      <a:pt x="986536" y="1996821"/>
                    </a:lnTo>
                  </a:path>
                  <a:path w="986789" h="1997075">
                    <a:moveTo>
                      <a:pt x="986536" y="271272"/>
                    </a:moveTo>
                    <a:lnTo>
                      <a:pt x="986536" y="600710"/>
                    </a:lnTo>
                  </a:path>
                  <a:path w="986789" h="1997075">
                    <a:moveTo>
                      <a:pt x="0" y="1057021"/>
                    </a:moveTo>
                    <a:lnTo>
                      <a:pt x="719709" y="1057021"/>
                    </a:lnTo>
                  </a:path>
                  <a:path w="986789" h="1997075">
                    <a:moveTo>
                      <a:pt x="15621" y="0"/>
                    </a:moveTo>
                    <a:lnTo>
                      <a:pt x="15621" y="1068578"/>
                    </a:lnTo>
                  </a:path>
                  <a:path w="986789" h="1997075">
                    <a:moveTo>
                      <a:pt x="15621" y="81534"/>
                    </a:moveTo>
                    <a:lnTo>
                      <a:pt x="735330" y="81534"/>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7" name="object 7"/>
              <p:cNvPicPr/>
              <p:nvPr/>
            </p:nvPicPr>
            <p:blipFill>
              <a:blip r:embed="rId4" cstate="print"/>
              <a:stretch>
                <a:fillRect/>
              </a:stretch>
            </p:blipFill>
            <p:spPr>
              <a:xfrm>
                <a:off x="2072639" y="2873654"/>
                <a:ext cx="668502" cy="668502"/>
              </a:xfrm>
              <a:prstGeom prst="rect">
                <a:avLst/>
              </a:prstGeom>
            </p:spPr>
          </p:pic>
          <p:pic>
            <p:nvPicPr>
              <p:cNvPr id="8" name="object 8"/>
              <p:cNvPicPr/>
              <p:nvPr/>
            </p:nvPicPr>
            <p:blipFill>
              <a:blip r:embed="rId4" cstate="print"/>
              <a:stretch>
                <a:fillRect/>
              </a:stretch>
            </p:blipFill>
            <p:spPr>
              <a:xfrm>
                <a:off x="3011804" y="3172612"/>
                <a:ext cx="668502" cy="668502"/>
              </a:xfrm>
              <a:prstGeom prst="rect">
                <a:avLst/>
              </a:prstGeom>
            </p:spPr>
          </p:pic>
          <p:pic>
            <p:nvPicPr>
              <p:cNvPr id="9" name="object 9"/>
              <p:cNvPicPr/>
              <p:nvPr/>
            </p:nvPicPr>
            <p:blipFill>
              <a:blip r:embed="rId4" cstate="print"/>
              <a:stretch>
                <a:fillRect/>
              </a:stretch>
            </p:blipFill>
            <p:spPr>
              <a:xfrm>
                <a:off x="3011804" y="4148099"/>
                <a:ext cx="668502" cy="668502"/>
              </a:xfrm>
              <a:prstGeom prst="rect">
                <a:avLst/>
              </a:prstGeom>
            </p:spPr>
          </p:pic>
          <p:sp>
            <p:nvSpPr>
              <p:cNvPr id="10" name="object 10"/>
              <p:cNvSpPr/>
              <p:nvPr/>
            </p:nvSpPr>
            <p:spPr>
              <a:xfrm>
                <a:off x="3346068" y="4026281"/>
                <a:ext cx="720090" cy="0"/>
              </a:xfrm>
              <a:custGeom>
                <a:avLst/>
                <a:gdLst/>
                <a:ahLst/>
                <a:cxnLst/>
                <a:rect l="l" t="t" r="r" b="b"/>
                <a:pathLst>
                  <a:path w="720089">
                    <a:moveTo>
                      <a:pt x="0" y="0"/>
                    </a:moveTo>
                    <a:lnTo>
                      <a:pt x="719708" y="0"/>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11" name="object 11"/>
              <p:cNvPicPr/>
              <p:nvPr/>
            </p:nvPicPr>
            <p:blipFill>
              <a:blip r:embed="rId5" cstate="print"/>
              <a:stretch>
                <a:fillRect/>
              </a:stretch>
            </p:blipFill>
            <p:spPr>
              <a:xfrm>
                <a:off x="3958335" y="3770782"/>
                <a:ext cx="501878" cy="501878"/>
              </a:xfrm>
              <a:prstGeom prst="rect">
                <a:avLst/>
              </a:prstGeom>
            </p:spPr>
          </p:pic>
          <p:sp>
            <p:nvSpPr>
              <p:cNvPr id="12" name="object 12"/>
              <p:cNvSpPr/>
              <p:nvPr/>
            </p:nvSpPr>
            <p:spPr>
              <a:xfrm>
                <a:off x="3346068" y="4859655"/>
                <a:ext cx="720090" cy="563880"/>
              </a:xfrm>
              <a:custGeom>
                <a:avLst/>
                <a:gdLst/>
                <a:ahLst/>
                <a:cxnLst/>
                <a:rect l="l" t="t" r="r" b="b"/>
                <a:pathLst>
                  <a:path w="720089" h="563879">
                    <a:moveTo>
                      <a:pt x="0" y="0"/>
                    </a:moveTo>
                    <a:lnTo>
                      <a:pt x="719708" y="0"/>
                    </a:lnTo>
                  </a:path>
                  <a:path w="720089" h="563879">
                    <a:moveTo>
                      <a:pt x="0" y="563372"/>
                    </a:moveTo>
                    <a:lnTo>
                      <a:pt x="719708" y="563372"/>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13" name="object 13"/>
              <p:cNvPicPr/>
              <p:nvPr/>
            </p:nvPicPr>
            <p:blipFill>
              <a:blip r:embed="rId5" cstate="print"/>
              <a:stretch>
                <a:fillRect/>
              </a:stretch>
            </p:blipFill>
            <p:spPr>
              <a:xfrm>
                <a:off x="3958335" y="4565675"/>
                <a:ext cx="501878" cy="501878"/>
              </a:xfrm>
              <a:prstGeom prst="rect">
                <a:avLst/>
              </a:prstGeom>
            </p:spPr>
          </p:pic>
          <p:pic>
            <p:nvPicPr>
              <p:cNvPr id="14" name="object 14"/>
              <p:cNvPicPr/>
              <p:nvPr/>
            </p:nvPicPr>
            <p:blipFill>
              <a:blip r:embed="rId5" cstate="print"/>
              <a:stretch>
                <a:fillRect/>
              </a:stretch>
            </p:blipFill>
            <p:spPr>
              <a:xfrm>
                <a:off x="3958335" y="5172087"/>
                <a:ext cx="501878" cy="501878"/>
              </a:xfrm>
              <a:prstGeom prst="rect">
                <a:avLst/>
              </a:prstGeom>
            </p:spPr>
          </p:pic>
        </p:grpSp>
        <p:sp>
          <p:nvSpPr>
            <p:cNvPr id="29" name="テキスト ボックス 28">
              <a:extLst>
                <a:ext uri="{FF2B5EF4-FFF2-40B4-BE49-F238E27FC236}">
                  <a16:creationId xmlns:a16="http://schemas.microsoft.com/office/drawing/2014/main" id="{FB690AC9-E500-5F2C-2E34-DB3E13B37688}"/>
                </a:ext>
              </a:extLst>
            </p:cNvPr>
            <p:cNvSpPr txBox="1"/>
            <p:nvPr/>
          </p:nvSpPr>
          <p:spPr>
            <a:xfrm>
              <a:off x="1219200" y="1693130"/>
              <a:ext cx="2979561" cy="400109"/>
            </a:xfrm>
            <a:prstGeom prst="rect">
              <a:avLst/>
            </a:prstGeom>
            <a:noFill/>
          </p:spPr>
          <p:txBody>
            <a:bodyPr wrap="square">
              <a:spAutoFit/>
            </a:bodyPr>
            <a:lstStyle/>
            <a:p>
              <a:pPr marL="142875">
                <a:spcBef>
                  <a:spcPts val="1020"/>
                </a:spcBef>
              </a:pPr>
              <a:r>
                <a:rPr lang="ja-JP" altLang="en-US" sz="1350" b="1" spc="-8">
                  <a:solidFill>
                    <a:srgbClr val="1B2731"/>
                  </a:solidFill>
                  <a:latin typeface="Meiryo" panose="020B0604030504040204" pitchFamily="34" charset="-128"/>
                  <a:ea typeface="Meiryo" panose="020B0604030504040204" pitchFamily="34" charset="-128"/>
                  <a:cs typeface="Yu Gothic Medium"/>
                </a:rPr>
                <a:t>ローカルリポジトリ</a:t>
              </a:r>
              <a:endParaRPr lang="ja-JP" altLang="en-US" sz="1350" b="1" dirty="0">
                <a:solidFill>
                  <a:srgbClr val="1B2731"/>
                </a:solidFill>
                <a:latin typeface="Meiryo" panose="020B0604030504040204" pitchFamily="34" charset="-128"/>
                <a:ea typeface="Meiryo" panose="020B0604030504040204" pitchFamily="34" charset="-128"/>
                <a:cs typeface="Yu Gothic Medium"/>
              </a:endParaRPr>
            </a:p>
          </p:txBody>
        </p:sp>
      </p:grpSp>
      <p:pic>
        <p:nvPicPr>
          <p:cNvPr id="42" name="Picture 6" descr="開発者プログラマーコーダ人コーディング開発プログラミングプログラムコード構文web開発アイコン」のベクター画像素材（ロイヤリティフリー）  2110316570 | Shutterstock">
            <a:extLst>
              <a:ext uri="{FF2B5EF4-FFF2-40B4-BE49-F238E27FC236}">
                <a16:creationId xmlns:a16="http://schemas.microsoft.com/office/drawing/2014/main" id="{CE739AC3-B782-650F-ED8C-8D22FE3B0983}"/>
              </a:ext>
            </a:extLst>
          </p:cNvPr>
          <p:cNvPicPr>
            <a:picLocks noChangeAspect="1" noChangeArrowheads="1"/>
          </p:cNvPicPr>
          <p:nvPr/>
        </p:nvPicPr>
        <p:blipFill>
          <a:blip r:embed="rId2">
            <a:extLst>
              <a:ext uri="{BEBA8EAE-BF5A-486C-A8C5-ECC9F3942E4B}">
                <a14:imgProps xmlns:a14="http://schemas.microsoft.com/office/drawing/2010/main">
                  <a14:imgLayer r:embed="rId6">
                    <a14:imgEffect>
                      <a14:backgroundRemoval t="5357" b="90000" l="10000" r="90000">
                        <a14:foregroundMark x1="46538" y1="37143" x2="48077" y2="21429"/>
                        <a14:foregroundMark x1="48077" y1="21429" x2="68077" y2="18571"/>
                        <a14:foregroundMark x1="68077" y1="18571" x2="69710" y2="30399"/>
                        <a14:foregroundMark x1="65749" y1="29261" x2="55000" y2="21071"/>
                        <a14:foregroundMark x1="62692" y1="11071" x2="42692" y2="7500"/>
                        <a14:foregroundMark x1="54231" y1="6071" x2="49615" y2="5357"/>
                        <a14:backgroundMark x1="71923" y1="31786" x2="68846" y2="35357"/>
                        <a14:backgroundMark x1="19231" y1="97143" x2="58462" y2="97500"/>
                        <a14:backgroundMark x1="58462" y1="97500" x2="79615" y2="96786"/>
                        <a14:backgroundMark x1="81923" y1="95357" x2="25385" y2="95357"/>
                        <a14:backgroundMark x1="25385" y1="95357" x2="44615" y2="97143"/>
                        <a14:backgroundMark x1="44615" y1="97143" x2="61154" y2="97143"/>
                        <a14:backgroundMark x1="61154" y1="97143" x2="80000" y2="97500"/>
                      </a14:backgroundRemoval>
                    </a14:imgEffect>
                  </a14:imgLayer>
                </a14:imgProps>
              </a:ext>
              <a:ext uri="{28A0092B-C50C-407E-A947-70E740481C1C}">
                <a14:useLocalDpi xmlns:a14="http://schemas.microsoft.com/office/drawing/2010/main" val="0"/>
              </a:ext>
            </a:extLst>
          </a:blip>
          <a:srcRect/>
          <a:stretch>
            <a:fillRect/>
          </a:stretch>
        </p:blipFill>
        <p:spPr bwMode="auto">
          <a:xfrm>
            <a:off x="322841" y="3820228"/>
            <a:ext cx="604095" cy="650564"/>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グループ化 43">
            <a:extLst>
              <a:ext uri="{FF2B5EF4-FFF2-40B4-BE49-F238E27FC236}">
                <a16:creationId xmlns:a16="http://schemas.microsoft.com/office/drawing/2014/main" id="{F522614F-8CA4-B63B-70AA-E0E944603582}"/>
              </a:ext>
            </a:extLst>
          </p:cNvPr>
          <p:cNvGrpSpPr/>
          <p:nvPr/>
        </p:nvGrpSpPr>
        <p:grpSpPr>
          <a:xfrm>
            <a:off x="971550" y="4042347"/>
            <a:ext cx="2234671" cy="1718437"/>
            <a:chOff x="1160527" y="4207215"/>
            <a:chExt cx="2979561" cy="2291249"/>
          </a:xfrm>
        </p:grpSpPr>
        <p:sp>
          <p:nvSpPr>
            <p:cNvPr id="30" name="object 3">
              <a:extLst>
                <a:ext uri="{FF2B5EF4-FFF2-40B4-BE49-F238E27FC236}">
                  <a16:creationId xmlns:a16="http://schemas.microsoft.com/office/drawing/2014/main" id="{0C028E59-007B-D5F0-2110-19849749CF81}"/>
                </a:ext>
              </a:extLst>
            </p:cNvPr>
            <p:cNvSpPr txBox="1"/>
            <p:nvPr/>
          </p:nvSpPr>
          <p:spPr>
            <a:xfrm>
              <a:off x="1320688" y="4207215"/>
              <a:ext cx="2819400" cy="451405"/>
            </a:xfrm>
            <a:prstGeom prst="rect">
              <a:avLst/>
            </a:prstGeom>
            <a:ln w="76200">
              <a:solidFill>
                <a:srgbClr val="FFC000"/>
              </a:solidFill>
            </a:ln>
          </p:spPr>
          <p:txBody>
            <a:bodyPr vert="horz" wrap="square" lIns="0" tIns="129540" rIns="0" bIns="0" rtlCol="0">
              <a:spAutoFit/>
            </a:bodyPr>
            <a:lstStyle/>
            <a:p>
              <a:pPr marL="142875">
                <a:spcBef>
                  <a:spcPts val="1020"/>
                </a:spcBef>
              </a:pPr>
              <a:endParaRPr sz="1350" dirty="0">
                <a:solidFill>
                  <a:srgbClr val="1B2731"/>
                </a:solidFill>
                <a:latin typeface="Meiryo" panose="020B0604030504040204" pitchFamily="34" charset="-128"/>
                <a:ea typeface="Meiryo" panose="020B0604030504040204" pitchFamily="34" charset="-128"/>
                <a:cs typeface="Yu Gothic Medium"/>
              </a:endParaRPr>
            </a:p>
          </p:txBody>
        </p:sp>
        <p:grpSp>
          <p:nvGrpSpPr>
            <p:cNvPr id="32" name="object 5">
              <a:extLst>
                <a:ext uri="{FF2B5EF4-FFF2-40B4-BE49-F238E27FC236}">
                  <a16:creationId xmlns:a16="http://schemas.microsoft.com/office/drawing/2014/main" id="{F5C195AB-8807-B570-AF2B-FFAFA512DF68}"/>
                </a:ext>
              </a:extLst>
            </p:cNvPr>
            <p:cNvGrpSpPr/>
            <p:nvPr/>
          </p:nvGrpSpPr>
          <p:grpSpPr>
            <a:xfrm>
              <a:off x="1965987" y="4664431"/>
              <a:ext cx="1563711" cy="1834033"/>
              <a:chOff x="2072639" y="2873654"/>
              <a:chExt cx="2387600" cy="2800350"/>
            </a:xfrm>
          </p:grpSpPr>
          <p:sp>
            <p:nvSpPr>
              <p:cNvPr id="33" name="object 6">
                <a:extLst>
                  <a:ext uri="{FF2B5EF4-FFF2-40B4-BE49-F238E27FC236}">
                    <a16:creationId xmlns:a16="http://schemas.microsoft.com/office/drawing/2014/main" id="{65064FAA-48C7-D9AB-B7F6-43A827B13818}"/>
                  </a:ext>
                </a:extLst>
              </p:cNvPr>
              <p:cNvSpPr/>
              <p:nvPr/>
            </p:nvSpPr>
            <p:spPr>
              <a:xfrm>
                <a:off x="2359532" y="3441827"/>
                <a:ext cx="986790" cy="1997075"/>
              </a:xfrm>
              <a:custGeom>
                <a:avLst/>
                <a:gdLst/>
                <a:ahLst/>
                <a:cxnLst/>
                <a:rect l="l" t="t" r="r" b="b"/>
                <a:pathLst>
                  <a:path w="986789" h="1997075">
                    <a:moveTo>
                      <a:pt x="986536" y="1257173"/>
                    </a:moveTo>
                    <a:lnTo>
                      <a:pt x="986536" y="1996821"/>
                    </a:lnTo>
                  </a:path>
                  <a:path w="986789" h="1997075">
                    <a:moveTo>
                      <a:pt x="986536" y="271272"/>
                    </a:moveTo>
                    <a:lnTo>
                      <a:pt x="986536" y="600710"/>
                    </a:lnTo>
                  </a:path>
                  <a:path w="986789" h="1997075">
                    <a:moveTo>
                      <a:pt x="0" y="1057021"/>
                    </a:moveTo>
                    <a:lnTo>
                      <a:pt x="719709" y="1057021"/>
                    </a:lnTo>
                  </a:path>
                  <a:path w="986789" h="1997075">
                    <a:moveTo>
                      <a:pt x="15621" y="0"/>
                    </a:moveTo>
                    <a:lnTo>
                      <a:pt x="15621" y="1068578"/>
                    </a:lnTo>
                  </a:path>
                  <a:path w="986789" h="1997075">
                    <a:moveTo>
                      <a:pt x="15621" y="81534"/>
                    </a:moveTo>
                    <a:lnTo>
                      <a:pt x="735330" y="81534"/>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34" name="object 7">
                <a:extLst>
                  <a:ext uri="{FF2B5EF4-FFF2-40B4-BE49-F238E27FC236}">
                    <a16:creationId xmlns:a16="http://schemas.microsoft.com/office/drawing/2014/main" id="{D6F613D3-9CA4-D097-D55A-C12AE688361A}"/>
                  </a:ext>
                </a:extLst>
              </p:cNvPr>
              <p:cNvPicPr/>
              <p:nvPr/>
            </p:nvPicPr>
            <p:blipFill>
              <a:blip r:embed="rId4" cstate="print"/>
              <a:stretch>
                <a:fillRect/>
              </a:stretch>
            </p:blipFill>
            <p:spPr>
              <a:xfrm>
                <a:off x="2072639" y="2873654"/>
                <a:ext cx="668502" cy="668502"/>
              </a:xfrm>
              <a:prstGeom prst="rect">
                <a:avLst/>
              </a:prstGeom>
            </p:spPr>
          </p:pic>
          <p:pic>
            <p:nvPicPr>
              <p:cNvPr id="35" name="object 8">
                <a:extLst>
                  <a:ext uri="{FF2B5EF4-FFF2-40B4-BE49-F238E27FC236}">
                    <a16:creationId xmlns:a16="http://schemas.microsoft.com/office/drawing/2014/main" id="{9DBDA29A-73BD-88C2-608D-E1ABE447DC94}"/>
                  </a:ext>
                </a:extLst>
              </p:cNvPr>
              <p:cNvPicPr/>
              <p:nvPr/>
            </p:nvPicPr>
            <p:blipFill>
              <a:blip r:embed="rId4" cstate="print"/>
              <a:stretch>
                <a:fillRect/>
              </a:stretch>
            </p:blipFill>
            <p:spPr>
              <a:xfrm>
                <a:off x="3011804" y="3172612"/>
                <a:ext cx="668502" cy="668502"/>
              </a:xfrm>
              <a:prstGeom prst="rect">
                <a:avLst/>
              </a:prstGeom>
            </p:spPr>
          </p:pic>
          <p:pic>
            <p:nvPicPr>
              <p:cNvPr id="36" name="object 9">
                <a:extLst>
                  <a:ext uri="{FF2B5EF4-FFF2-40B4-BE49-F238E27FC236}">
                    <a16:creationId xmlns:a16="http://schemas.microsoft.com/office/drawing/2014/main" id="{4E607109-2F40-2224-E591-A3F941948362}"/>
                  </a:ext>
                </a:extLst>
              </p:cNvPr>
              <p:cNvPicPr/>
              <p:nvPr/>
            </p:nvPicPr>
            <p:blipFill>
              <a:blip r:embed="rId4" cstate="print"/>
              <a:stretch>
                <a:fillRect/>
              </a:stretch>
            </p:blipFill>
            <p:spPr>
              <a:xfrm>
                <a:off x="3011804" y="4148099"/>
                <a:ext cx="668502" cy="668502"/>
              </a:xfrm>
              <a:prstGeom prst="rect">
                <a:avLst/>
              </a:prstGeom>
            </p:spPr>
          </p:pic>
          <p:sp>
            <p:nvSpPr>
              <p:cNvPr id="37" name="object 10">
                <a:extLst>
                  <a:ext uri="{FF2B5EF4-FFF2-40B4-BE49-F238E27FC236}">
                    <a16:creationId xmlns:a16="http://schemas.microsoft.com/office/drawing/2014/main" id="{C48BFE08-9F6C-091A-08F7-3E4FC220B38F}"/>
                  </a:ext>
                </a:extLst>
              </p:cNvPr>
              <p:cNvSpPr/>
              <p:nvPr/>
            </p:nvSpPr>
            <p:spPr>
              <a:xfrm>
                <a:off x="3346068" y="4026281"/>
                <a:ext cx="720090" cy="0"/>
              </a:xfrm>
              <a:custGeom>
                <a:avLst/>
                <a:gdLst/>
                <a:ahLst/>
                <a:cxnLst/>
                <a:rect l="l" t="t" r="r" b="b"/>
                <a:pathLst>
                  <a:path w="720089">
                    <a:moveTo>
                      <a:pt x="0" y="0"/>
                    </a:moveTo>
                    <a:lnTo>
                      <a:pt x="719708" y="0"/>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38" name="object 11">
                <a:extLst>
                  <a:ext uri="{FF2B5EF4-FFF2-40B4-BE49-F238E27FC236}">
                    <a16:creationId xmlns:a16="http://schemas.microsoft.com/office/drawing/2014/main" id="{287CFDE0-AC4B-D9D5-C4DC-E7A53929B635}"/>
                  </a:ext>
                </a:extLst>
              </p:cNvPr>
              <p:cNvPicPr/>
              <p:nvPr/>
            </p:nvPicPr>
            <p:blipFill>
              <a:blip r:embed="rId5" cstate="print"/>
              <a:stretch>
                <a:fillRect/>
              </a:stretch>
            </p:blipFill>
            <p:spPr>
              <a:xfrm>
                <a:off x="3958335" y="3770782"/>
                <a:ext cx="501878" cy="501878"/>
              </a:xfrm>
              <a:prstGeom prst="rect">
                <a:avLst/>
              </a:prstGeom>
            </p:spPr>
          </p:pic>
          <p:sp>
            <p:nvSpPr>
              <p:cNvPr id="39" name="object 12">
                <a:extLst>
                  <a:ext uri="{FF2B5EF4-FFF2-40B4-BE49-F238E27FC236}">
                    <a16:creationId xmlns:a16="http://schemas.microsoft.com/office/drawing/2014/main" id="{BE6F7D35-1519-DE2C-11BD-ED38FB83F9DC}"/>
                  </a:ext>
                </a:extLst>
              </p:cNvPr>
              <p:cNvSpPr/>
              <p:nvPr/>
            </p:nvSpPr>
            <p:spPr>
              <a:xfrm>
                <a:off x="3346068" y="4859655"/>
                <a:ext cx="720090" cy="563880"/>
              </a:xfrm>
              <a:custGeom>
                <a:avLst/>
                <a:gdLst/>
                <a:ahLst/>
                <a:cxnLst/>
                <a:rect l="l" t="t" r="r" b="b"/>
                <a:pathLst>
                  <a:path w="720089" h="563879">
                    <a:moveTo>
                      <a:pt x="0" y="0"/>
                    </a:moveTo>
                    <a:lnTo>
                      <a:pt x="719708" y="0"/>
                    </a:lnTo>
                  </a:path>
                  <a:path w="720089" h="563879">
                    <a:moveTo>
                      <a:pt x="0" y="563372"/>
                    </a:moveTo>
                    <a:lnTo>
                      <a:pt x="719708" y="563372"/>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40" name="object 13">
                <a:extLst>
                  <a:ext uri="{FF2B5EF4-FFF2-40B4-BE49-F238E27FC236}">
                    <a16:creationId xmlns:a16="http://schemas.microsoft.com/office/drawing/2014/main" id="{2B760C20-633D-F097-54ED-D1B5FD8679E6}"/>
                  </a:ext>
                </a:extLst>
              </p:cNvPr>
              <p:cNvPicPr/>
              <p:nvPr/>
            </p:nvPicPr>
            <p:blipFill>
              <a:blip r:embed="rId5" cstate="print"/>
              <a:stretch>
                <a:fillRect/>
              </a:stretch>
            </p:blipFill>
            <p:spPr>
              <a:xfrm>
                <a:off x="3958335" y="4565675"/>
                <a:ext cx="501878" cy="501878"/>
              </a:xfrm>
              <a:prstGeom prst="rect">
                <a:avLst/>
              </a:prstGeom>
            </p:spPr>
          </p:pic>
          <p:pic>
            <p:nvPicPr>
              <p:cNvPr id="41" name="object 14">
                <a:extLst>
                  <a:ext uri="{FF2B5EF4-FFF2-40B4-BE49-F238E27FC236}">
                    <a16:creationId xmlns:a16="http://schemas.microsoft.com/office/drawing/2014/main" id="{920F15F6-E84F-5221-F854-907CB4CCCB2E}"/>
                  </a:ext>
                </a:extLst>
              </p:cNvPr>
              <p:cNvPicPr/>
              <p:nvPr/>
            </p:nvPicPr>
            <p:blipFill>
              <a:blip r:embed="rId5" cstate="print"/>
              <a:stretch>
                <a:fillRect/>
              </a:stretch>
            </p:blipFill>
            <p:spPr>
              <a:xfrm>
                <a:off x="3958335" y="5172087"/>
                <a:ext cx="501878" cy="501878"/>
              </a:xfrm>
              <a:prstGeom prst="rect">
                <a:avLst/>
              </a:prstGeom>
            </p:spPr>
          </p:pic>
        </p:grpSp>
        <p:sp>
          <p:nvSpPr>
            <p:cNvPr id="43" name="テキスト ボックス 42">
              <a:extLst>
                <a:ext uri="{FF2B5EF4-FFF2-40B4-BE49-F238E27FC236}">
                  <a16:creationId xmlns:a16="http://schemas.microsoft.com/office/drawing/2014/main" id="{9C025621-5736-C1BA-749F-74EE9CCB3D09}"/>
                </a:ext>
              </a:extLst>
            </p:cNvPr>
            <p:cNvSpPr txBox="1"/>
            <p:nvPr/>
          </p:nvSpPr>
          <p:spPr>
            <a:xfrm>
              <a:off x="1160527" y="4336622"/>
              <a:ext cx="2979561" cy="400109"/>
            </a:xfrm>
            <a:prstGeom prst="rect">
              <a:avLst/>
            </a:prstGeom>
            <a:noFill/>
          </p:spPr>
          <p:txBody>
            <a:bodyPr wrap="square">
              <a:spAutoFit/>
            </a:bodyPr>
            <a:lstStyle/>
            <a:p>
              <a:pPr marL="142875">
                <a:spcBef>
                  <a:spcPts val="1020"/>
                </a:spcBef>
              </a:pPr>
              <a:r>
                <a:rPr lang="ja-JP" altLang="en-US" sz="1350" b="1" spc="-8">
                  <a:solidFill>
                    <a:srgbClr val="1B2731"/>
                  </a:solidFill>
                  <a:latin typeface="Meiryo" panose="020B0604030504040204" pitchFamily="34" charset="-128"/>
                  <a:ea typeface="Meiryo" panose="020B0604030504040204" pitchFamily="34" charset="-128"/>
                  <a:cs typeface="Yu Gothic Medium"/>
                </a:rPr>
                <a:t>ローカルリポジトリ</a:t>
              </a:r>
              <a:endParaRPr lang="ja-JP" altLang="en-US" sz="1350" b="1" dirty="0">
                <a:solidFill>
                  <a:srgbClr val="1B2731"/>
                </a:solidFill>
                <a:latin typeface="Meiryo" panose="020B0604030504040204" pitchFamily="34" charset="-128"/>
                <a:ea typeface="Meiryo" panose="020B0604030504040204" pitchFamily="34" charset="-128"/>
                <a:cs typeface="Yu Gothic Medium"/>
              </a:endParaRPr>
            </a:p>
          </p:txBody>
        </p:sp>
      </p:grpSp>
      <p:sp>
        <p:nvSpPr>
          <p:cNvPr id="46" name="object 4">
            <a:extLst>
              <a:ext uri="{FF2B5EF4-FFF2-40B4-BE49-F238E27FC236}">
                <a16:creationId xmlns:a16="http://schemas.microsoft.com/office/drawing/2014/main" id="{2724493F-A68F-221A-89CA-B6BB677A20FE}"/>
              </a:ext>
            </a:extLst>
          </p:cNvPr>
          <p:cNvSpPr txBox="1"/>
          <p:nvPr/>
        </p:nvSpPr>
        <p:spPr>
          <a:xfrm>
            <a:off x="287971" y="2625234"/>
            <a:ext cx="809917" cy="286617"/>
          </a:xfrm>
          <a:prstGeom prst="rect">
            <a:avLst/>
          </a:prstGeom>
        </p:spPr>
        <p:txBody>
          <a:bodyPr vert="horz" wrap="square" lIns="0" tIns="9525" rIns="0" bIns="0" rtlCol="0">
            <a:spAutoFit/>
          </a:bodyPr>
          <a:lstStyle/>
          <a:p>
            <a:pPr marL="9525">
              <a:spcBef>
                <a:spcPts val="75"/>
              </a:spcBef>
            </a:pPr>
            <a:r>
              <a:rPr sz="1350" dirty="0" err="1">
                <a:solidFill>
                  <a:srgbClr val="1B2731"/>
                </a:solidFill>
                <a:latin typeface="Meiryo" panose="020B0604030504040204" pitchFamily="34" charset="-128"/>
                <a:ea typeface="Meiryo" panose="020B0604030504040204" pitchFamily="34" charset="-128"/>
                <a:cs typeface="Yu Gothic Medium"/>
              </a:rPr>
              <a:t>ユーザ</a:t>
            </a:r>
            <a:r>
              <a:rPr lang="en-US" spc="-19" dirty="0">
                <a:solidFill>
                  <a:srgbClr val="1B2731"/>
                </a:solidFill>
                <a:latin typeface="Meiryo" panose="020B0604030504040204" pitchFamily="34" charset="-128"/>
                <a:ea typeface="Meiryo" panose="020B0604030504040204" pitchFamily="34" charset="-128"/>
                <a:cs typeface="Yu Gothic Medium"/>
              </a:rPr>
              <a:t> A</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47" name="object 4">
            <a:extLst>
              <a:ext uri="{FF2B5EF4-FFF2-40B4-BE49-F238E27FC236}">
                <a16:creationId xmlns:a16="http://schemas.microsoft.com/office/drawing/2014/main" id="{10ED91A5-4BC5-DDA7-E1D1-A89DA3FA050E}"/>
              </a:ext>
            </a:extLst>
          </p:cNvPr>
          <p:cNvSpPr txBox="1"/>
          <p:nvPr/>
        </p:nvSpPr>
        <p:spPr>
          <a:xfrm>
            <a:off x="264849" y="4477604"/>
            <a:ext cx="809917" cy="286617"/>
          </a:xfrm>
          <a:prstGeom prst="rect">
            <a:avLst/>
          </a:prstGeom>
        </p:spPr>
        <p:txBody>
          <a:bodyPr vert="horz" wrap="square" lIns="0" tIns="9525" rIns="0" bIns="0" rtlCol="0">
            <a:spAutoFit/>
          </a:bodyPr>
          <a:lstStyle/>
          <a:p>
            <a:pPr marL="9525">
              <a:spcBef>
                <a:spcPts val="75"/>
              </a:spcBef>
            </a:pPr>
            <a:r>
              <a:rPr sz="1350" dirty="0" err="1">
                <a:solidFill>
                  <a:srgbClr val="1B2731"/>
                </a:solidFill>
                <a:latin typeface="Meiryo" panose="020B0604030504040204" pitchFamily="34" charset="-128"/>
                <a:ea typeface="Meiryo" panose="020B0604030504040204" pitchFamily="34" charset="-128"/>
                <a:cs typeface="Yu Gothic Medium"/>
              </a:rPr>
              <a:t>ユーザ</a:t>
            </a:r>
            <a:r>
              <a:rPr lang="en-US" spc="-19" dirty="0">
                <a:solidFill>
                  <a:srgbClr val="1B2731"/>
                </a:solidFill>
                <a:latin typeface="Meiryo" panose="020B0604030504040204" pitchFamily="34" charset="-128"/>
                <a:ea typeface="Meiryo" panose="020B0604030504040204" pitchFamily="34" charset="-128"/>
                <a:cs typeface="Yu Gothic Medium"/>
              </a:rPr>
              <a:t> B</a:t>
            </a:r>
            <a:endParaRPr sz="1350" dirty="0">
              <a:solidFill>
                <a:srgbClr val="1B2731"/>
              </a:solidFill>
              <a:latin typeface="Meiryo" panose="020B0604030504040204" pitchFamily="34" charset="-128"/>
              <a:ea typeface="Meiryo" panose="020B0604030504040204" pitchFamily="34" charset="-128"/>
              <a:cs typeface="Yu Gothic Medium"/>
            </a:endParaRPr>
          </a:p>
        </p:txBody>
      </p:sp>
      <p:grpSp>
        <p:nvGrpSpPr>
          <p:cNvPr id="2073" name="グループ化 2072">
            <a:extLst>
              <a:ext uri="{FF2B5EF4-FFF2-40B4-BE49-F238E27FC236}">
                <a16:creationId xmlns:a16="http://schemas.microsoft.com/office/drawing/2014/main" id="{B6DB0317-83FC-2CC8-7B1E-0620C42CFE7D}"/>
              </a:ext>
            </a:extLst>
          </p:cNvPr>
          <p:cNvGrpSpPr/>
          <p:nvPr/>
        </p:nvGrpSpPr>
        <p:grpSpPr>
          <a:xfrm>
            <a:off x="5686615" y="2039284"/>
            <a:ext cx="3228785" cy="3044769"/>
            <a:chOff x="7453577" y="1576045"/>
            <a:chExt cx="4305047" cy="4059692"/>
          </a:xfrm>
        </p:grpSpPr>
        <p:grpSp>
          <p:nvGrpSpPr>
            <p:cNvPr id="50" name="グループ化 49">
              <a:extLst>
                <a:ext uri="{FF2B5EF4-FFF2-40B4-BE49-F238E27FC236}">
                  <a16:creationId xmlns:a16="http://schemas.microsoft.com/office/drawing/2014/main" id="{6EC2A04A-DA1B-1144-C616-35B8FBB9E35A}"/>
                </a:ext>
              </a:extLst>
            </p:cNvPr>
            <p:cNvGrpSpPr/>
            <p:nvPr/>
          </p:nvGrpSpPr>
          <p:grpSpPr>
            <a:xfrm>
              <a:off x="7453577" y="1576045"/>
              <a:ext cx="4305047" cy="4059692"/>
              <a:chOff x="7425868" y="1576267"/>
              <a:chExt cx="4305047" cy="4059692"/>
            </a:xfrm>
          </p:grpSpPr>
          <p:sp>
            <p:nvSpPr>
              <p:cNvPr id="15" name="object 15"/>
              <p:cNvSpPr txBox="1"/>
              <p:nvPr/>
            </p:nvSpPr>
            <p:spPr>
              <a:xfrm>
                <a:off x="7532335" y="1576267"/>
                <a:ext cx="3044122" cy="289823"/>
              </a:xfrm>
              <a:prstGeom prst="rect">
                <a:avLst/>
              </a:prstGeom>
            </p:spPr>
            <p:txBody>
              <a:bodyPr vert="horz" wrap="square" lIns="0" tIns="9525" rIns="0" bIns="0" rtlCol="0">
                <a:spAutoFit/>
              </a:bodyPr>
              <a:lstStyle/>
              <a:p>
                <a:pPr marL="9525">
                  <a:spcBef>
                    <a:spcPts val="75"/>
                  </a:spcBef>
                </a:pPr>
                <a:r>
                  <a:rPr sz="1350" spc="-15" dirty="0">
                    <a:solidFill>
                      <a:srgbClr val="1B2731"/>
                    </a:solidFill>
                    <a:latin typeface="Meiryo" panose="020B0604030504040204" pitchFamily="34" charset="-128"/>
                    <a:ea typeface="Meiryo" panose="020B0604030504040204" pitchFamily="34" charset="-128"/>
                    <a:cs typeface="Yu Gothic Medium"/>
                  </a:rPr>
                  <a:t>Github</a:t>
                </a:r>
                <a:r>
                  <a:rPr sz="1350" spc="-11" dirty="0">
                    <a:solidFill>
                      <a:srgbClr val="1B2731"/>
                    </a:solidFill>
                    <a:latin typeface="Meiryo" panose="020B0604030504040204" pitchFamily="34" charset="-128"/>
                    <a:ea typeface="Meiryo" panose="020B0604030504040204" pitchFamily="34" charset="-128"/>
                    <a:cs typeface="Yu Gothic Medium"/>
                  </a:rPr>
                  <a:t>(インターネット上)</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16" name="object 16"/>
              <p:cNvSpPr txBox="1"/>
              <p:nvPr/>
            </p:nvSpPr>
            <p:spPr>
              <a:xfrm>
                <a:off x="7425868" y="2033527"/>
                <a:ext cx="4305047" cy="451405"/>
              </a:xfrm>
              <a:prstGeom prst="rect">
                <a:avLst/>
              </a:prstGeom>
              <a:ln w="76200">
                <a:solidFill>
                  <a:srgbClr val="FFC000"/>
                </a:solidFill>
              </a:ln>
            </p:spPr>
            <p:txBody>
              <a:bodyPr vert="horz" wrap="square" lIns="0" tIns="129540" rIns="0" bIns="0" rtlCol="0">
                <a:spAutoFit/>
              </a:bodyPr>
              <a:lstStyle/>
              <a:p>
                <a:pPr marL="161925">
                  <a:spcBef>
                    <a:spcPts val="1020"/>
                  </a:spcBef>
                </a:pPr>
                <a:endParaRPr sz="1350" dirty="0">
                  <a:solidFill>
                    <a:srgbClr val="1B2731"/>
                  </a:solidFill>
                  <a:latin typeface="Meiryo" panose="020B0604030504040204" pitchFamily="34" charset="-128"/>
                  <a:ea typeface="Meiryo" panose="020B0604030504040204" pitchFamily="34" charset="-128"/>
                  <a:cs typeface="Yu Gothic Medium"/>
                </a:endParaRPr>
              </a:p>
            </p:txBody>
          </p:sp>
          <p:grpSp>
            <p:nvGrpSpPr>
              <p:cNvPr id="17" name="object 17"/>
              <p:cNvGrpSpPr/>
              <p:nvPr/>
            </p:nvGrpSpPr>
            <p:grpSpPr>
              <a:xfrm>
                <a:off x="8036104" y="2835609"/>
                <a:ext cx="2387600" cy="2800350"/>
                <a:chOff x="6896989" y="2872511"/>
                <a:chExt cx="2387600" cy="2800350"/>
              </a:xfrm>
            </p:grpSpPr>
            <p:sp>
              <p:nvSpPr>
                <p:cNvPr id="18" name="object 18"/>
                <p:cNvSpPr/>
                <p:nvPr/>
              </p:nvSpPr>
              <p:spPr>
                <a:xfrm>
                  <a:off x="7183882" y="3440684"/>
                  <a:ext cx="986790" cy="1997075"/>
                </a:xfrm>
                <a:custGeom>
                  <a:avLst/>
                  <a:gdLst/>
                  <a:ahLst/>
                  <a:cxnLst/>
                  <a:rect l="l" t="t" r="r" b="b"/>
                  <a:pathLst>
                    <a:path w="986790" h="1997075">
                      <a:moveTo>
                        <a:pt x="986536" y="1257172"/>
                      </a:moveTo>
                      <a:lnTo>
                        <a:pt x="986536" y="1996820"/>
                      </a:lnTo>
                    </a:path>
                    <a:path w="986790" h="1997075">
                      <a:moveTo>
                        <a:pt x="986536" y="271144"/>
                      </a:moveTo>
                      <a:lnTo>
                        <a:pt x="986536" y="600709"/>
                      </a:lnTo>
                    </a:path>
                    <a:path w="986790" h="1997075">
                      <a:moveTo>
                        <a:pt x="0" y="1057020"/>
                      </a:moveTo>
                      <a:lnTo>
                        <a:pt x="719709" y="1057020"/>
                      </a:lnTo>
                    </a:path>
                    <a:path w="986790" h="1997075">
                      <a:moveTo>
                        <a:pt x="15748" y="0"/>
                      </a:moveTo>
                      <a:lnTo>
                        <a:pt x="15748" y="1068577"/>
                      </a:lnTo>
                    </a:path>
                    <a:path w="986790" h="1997075">
                      <a:moveTo>
                        <a:pt x="15748" y="81533"/>
                      </a:moveTo>
                      <a:lnTo>
                        <a:pt x="735329" y="81533"/>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19" name="object 19"/>
                <p:cNvPicPr/>
                <p:nvPr/>
              </p:nvPicPr>
              <p:blipFill>
                <a:blip r:embed="rId4" cstate="print"/>
                <a:stretch>
                  <a:fillRect/>
                </a:stretch>
              </p:blipFill>
              <p:spPr>
                <a:xfrm>
                  <a:off x="6896989" y="2872511"/>
                  <a:ext cx="668502" cy="668502"/>
                </a:xfrm>
                <a:prstGeom prst="rect">
                  <a:avLst/>
                </a:prstGeom>
              </p:spPr>
            </p:pic>
            <p:pic>
              <p:nvPicPr>
                <p:cNvPr id="20" name="object 20"/>
                <p:cNvPicPr/>
                <p:nvPr/>
              </p:nvPicPr>
              <p:blipFill>
                <a:blip r:embed="rId4" cstate="print"/>
                <a:stretch>
                  <a:fillRect/>
                </a:stretch>
              </p:blipFill>
              <p:spPr>
                <a:xfrm>
                  <a:off x="7836281" y="3171469"/>
                  <a:ext cx="668502" cy="668502"/>
                </a:xfrm>
                <a:prstGeom prst="rect">
                  <a:avLst/>
                </a:prstGeom>
              </p:spPr>
            </p:pic>
            <p:pic>
              <p:nvPicPr>
                <p:cNvPr id="21" name="object 21"/>
                <p:cNvPicPr/>
                <p:nvPr/>
              </p:nvPicPr>
              <p:blipFill>
                <a:blip r:embed="rId4" cstate="print"/>
                <a:stretch>
                  <a:fillRect/>
                </a:stretch>
              </p:blipFill>
              <p:spPr>
                <a:xfrm>
                  <a:off x="7836281" y="4146931"/>
                  <a:ext cx="668502" cy="668401"/>
                </a:xfrm>
                <a:prstGeom prst="rect">
                  <a:avLst/>
                </a:prstGeom>
              </p:spPr>
            </p:pic>
            <p:sp>
              <p:nvSpPr>
                <p:cNvPr id="22" name="object 22"/>
                <p:cNvSpPr/>
                <p:nvPr/>
              </p:nvSpPr>
              <p:spPr>
                <a:xfrm>
                  <a:off x="8170418" y="4025138"/>
                  <a:ext cx="720090" cy="0"/>
                </a:xfrm>
                <a:custGeom>
                  <a:avLst/>
                  <a:gdLst/>
                  <a:ahLst/>
                  <a:cxnLst/>
                  <a:rect l="l" t="t" r="r" b="b"/>
                  <a:pathLst>
                    <a:path w="720090">
                      <a:moveTo>
                        <a:pt x="0" y="0"/>
                      </a:moveTo>
                      <a:lnTo>
                        <a:pt x="719708" y="0"/>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23" name="object 23"/>
                <p:cNvPicPr/>
                <p:nvPr/>
              </p:nvPicPr>
              <p:blipFill>
                <a:blip r:embed="rId5" cstate="print"/>
                <a:stretch>
                  <a:fillRect/>
                </a:stretch>
              </p:blipFill>
              <p:spPr>
                <a:xfrm>
                  <a:off x="8782685" y="3769639"/>
                  <a:ext cx="501878" cy="501878"/>
                </a:xfrm>
                <a:prstGeom prst="rect">
                  <a:avLst/>
                </a:prstGeom>
              </p:spPr>
            </p:pic>
            <p:sp>
              <p:nvSpPr>
                <p:cNvPr id="24" name="object 24"/>
                <p:cNvSpPr/>
                <p:nvPr/>
              </p:nvSpPr>
              <p:spPr>
                <a:xfrm>
                  <a:off x="8170418" y="4858385"/>
                  <a:ext cx="720090" cy="563880"/>
                </a:xfrm>
                <a:custGeom>
                  <a:avLst/>
                  <a:gdLst/>
                  <a:ahLst/>
                  <a:cxnLst/>
                  <a:rect l="l" t="t" r="r" b="b"/>
                  <a:pathLst>
                    <a:path w="720090" h="563879">
                      <a:moveTo>
                        <a:pt x="0" y="0"/>
                      </a:moveTo>
                      <a:lnTo>
                        <a:pt x="719708" y="0"/>
                      </a:lnTo>
                    </a:path>
                    <a:path w="720090" h="563879">
                      <a:moveTo>
                        <a:pt x="0" y="563498"/>
                      </a:moveTo>
                      <a:lnTo>
                        <a:pt x="719708" y="563498"/>
                      </a:lnTo>
                    </a:path>
                  </a:pathLst>
                </a:custGeom>
                <a:ln w="57150">
                  <a:solidFill>
                    <a:srgbClr val="20B782"/>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pic>
              <p:nvPicPr>
                <p:cNvPr id="25" name="object 25"/>
                <p:cNvPicPr/>
                <p:nvPr/>
              </p:nvPicPr>
              <p:blipFill>
                <a:blip r:embed="rId5" cstate="print"/>
                <a:stretch>
                  <a:fillRect/>
                </a:stretch>
              </p:blipFill>
              <p:spPr>
                <a:xfrm>
                  <a:off x="8782685" y="4564405"/>
                  <a:ext cx="501878" cy="501878"/>
                </a:xfrm>
                <a:prstGeom prst="rect">
                  <a:avLst/>
                </a:prstGeom>
              </p:spPr>
            </p:pic>
            <p:pic>
              <p:nvPicPr>
                <p:cNvPr id="26" name="object 26"/>
                <p:cNvPicPr/>
                <p:nvPr/>
              </p:nvPicPr>
              <p:blipFill>
                <a:blip r:embed="rId5" cstate="print"/>
                <a:stretch>
                  <a:fillRect/>
                </a:stretch>
              </p:blipFill>
              <p:spPr>
                <a:xfrm>
                  <a:off x="8782685" y="5170919"/>
                  <a:ext cx="501878" cy="501878"/>
                </a:xfrm>
                <a:prstGeom prst="rect">
                  <a:avLst/>
                </a:prstGeom>
              </p:spPr>
            </p:pic>
          </p:grpSp>
          <p:sp>
            <p:nvSpPr>
              <p:cNvPr id="49" name="テキスト ボックス 48">
                <a:extLst>
                  <a:ext uri="{FF2B5EF4-FFF2-40B4-BE49-F238E27FC236}">
                    <a16:creationId xmlns:a16="http://schemas.microsoft.com/office/drawing/2014/main" id="{964A09B4-E221-D0C4-E53C-A5C8AF37F862}"/>
                  </a:ext>
                </a:extLst>
              </p:cNvPr>
              <p:cNvSpPr txBox="1"/>
              <p:nvPr/>
            </p:nvSpPr>
            <p:spPr>
              <a:xfrm>
                <a:off x="7450459" y="2128131"/>
                <a:ext cx="2579163" cy="400109"/>
              </a:xfrm>
              <a:prstGeom prst="rect">
                <a:avLst/>
              </a:prstGeom>
              <a:noFill/>
            </p:spPr>
            <p:txBody>
              <a:bodyPr wrap="square">
                <a:spAutoFit/>
              </a:bodyPr>
              <a:lstStyle/>
              <a:p>
                <a:pPr marL="161925">
                  <a:spcBef>
                    <a:spcPts val="1020"/>
                  </a:spcBef>
                </a:pPr>
                <a:r>
                  <a:rPr lang="ja-JP" altLang="en-US" sz="1350" b="1" spc="-8">
                    <a:solidFill>
                      <a:srgbClr val="1B2731"/>
                    </a:solidFill>
                    <a:latin typeface="Meiryo" panose="020B0604030504040204" pitchFamily="34" charset="-128"/>
                    <a:ea typeface="Meiryo" panose="020B0604030504040204" pitchFamily="34" charset="-128"/>
                    <a:cs typeface="Yu Gothic Medium"/>
                  </a:rPr>
                  <a:t>リモートリポジトリ</a:t>
                </a:r>
                <a:endParaRPr lang="ja-JP" altLang="en-US" sz="1350" b="1" dirty="0">
                  <a:solidFill>
                    <a:srgbClr val="1B2731"/>
                  </a:solidFill>
                  <a:latin typeface="Meiryo" panose="020B0604030504040204" pitchFamily="34" charset="-128"/>
                  <a:ea typeface="Meiryo" panose="020B0604030504040204" pitchFamily="34" charset="-128"/>
                  <a:cs typeface="Yu Gothic Medium"/>
                </a:endParaRPr>
              </a:p>
            </p:txBody>
          </p:sp>
        </p:grpSp>
        <p:pic>
          <p:nvPicPr>
            <p:cNvPr id="52" name="グラフィックス 51" descr="データベース 単色塗りつぶし">
              <a:extLst>
                <a:ext uri="{FF2B5EF4-FFF2-40B4-BE49-F238E27FC236}">
                  <a16:creationId xmlns:a16="http://schemas.microsoft.com/office/drawing/2014/main" id="{A6C40087-8733-384C-FC21-35DE0F3292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8770" y="1855792"/>
              <a:ext cx="636854" cy="636854"/>
            </a:xfrm>
            <a:prstGeom prst="rect">
              <a:avLst/>
            </a:prstGeom>
          </p:spPr>
        </p:pic>
      </p:grpSp>
      <p:pic>
        <p:nvPicPr>
          <p:cNvPr id="53" name="グラフィックス 52" descr="データベース 単色塗りつぶし">
            <a:extLst>
              <a:ext uri="{FF2B5EF4-FFF2-40B4-BE49-F238E27FC236}">
                <a16:creationId xmlns:a16="http://schemas.microsoft.com/office/drawing/2014/main" id="{AF5E404D-F522-D8FD-0C73-30E06F4519F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17117" y="1886045"/>
            <a:ext cx="477641" cy="477641"/>
          </a:xfrm>
          <a:prstGeom prst="rect">
            <a:avLst/>
          </a:prstGeom>
        </p:spPr>
      </p:pic>
      <p:pic>
        <p:nvPicPr>
          <p:cNvPr id="54" name="グラフィックス 53" descr="データベース 単色塗りつぶし">
            <a:extLst>
              <a:ext uri="{FF2B5EF4-FFF2-40B4-BE49-F238E27FC236}">
                <a16:creationId xmlns:a16="http://schemas.microsoft.com/office/drawing/2014/main" id="{5A35CEB7-7EF1-F978-9B2B-23E7DCC6F2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60275" y="3782708"/>
            <a:ext cx="477641" cy="477641"/>
          </a:xfrm>
          <a:prstGeom prst="rect">
            <a:avLst/>
          </a:prstGeom>
        </p:spPr>
      </p:pic>
      <p:pic>
        <p:nvPicPr>
          <p:cNvPr id="56" name="グラフィックス 55" descr="同期中のクラウド 単色塗りつぶし">
            <a:extLst>
              <a:ext uri="{FF2B5EF4-FFF2-40B4-BE49-F238E27FC236}">
                <a16:creationId xmlns:a16="http://schemas.microsoft.com/office/drawing/2014/main" id="{6044FC61-5572-C908-82BC-1B7F06505AB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93867" y="3234478"/>
            <a:ext cx="1288231" cy="1288231"/>
          </a:xfrm>
          <a:prstGeom prst="rect">
            <a:avLst/>
          </a:prstGeom>
        </p:spPr>
      </p:pic>
      <p:cxnSp>
        <p:nvCxnSpPr>
          <p:cNvPr id="58" name="直線矢印コネクタ 57">
            <a:extLst>
              <a:ext uri="{FF2B5EF4-FFF2-40B4-BE49-F238E27FC236}">
                <a16:creationId xmlns:a16="http://schemas.microsoft.com/office/drawing/2014/main" id="{22998017-AA29-1473-0651-7ABB10CD6FE0}"/>
              </a:ext>
            </a:extLst>
          </p:cNvPr>
          <p:cNvCxnSpPr>
            <a:cxnSpLocks/>
          </p:cNvCxnSpPr>
          <p:nvPr/>
        </p:nvCxnSpPr>
        <p:spPr>
          <a:xfrm>
            <a:off x="3421263" y="3041558"/>
            <a:ext cx="737377" cy="667994"/>
          </a:xfrm>
          <a:prstGeom prst="straightConnector1">
            <a:avLst/>
          </a:prstGeom>
          <a:ln w="381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5060A964-2BE9-EA9F-C45E-51A2039C722D}"/>
              </a:ext>
            </a:extLst>
          </p:cNvPr>
          <p:cNvCxnSpPr>
            <a:cxnSpLocks/>
          </p:cNvCxnSpPr>
          <p:nvPr/>
        </p:nvCxnSpPr>
        <p:spPr>
          <a:xfrm flipV="1">
            <a:off x="3179600" y="4384479"/>
            <a:ext cx="653972" cy="646940"/>
          </a:xfrm>
          <a:prstGeom prst="straightConnector1">
            <a:avLst/>
          </a:prstGeom>
          <a:ln w="381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48" name="直線矢印コネクタ 2047">
            <a:extLst>
              <a:ext uri="{FF2B5EF4-FFF2-40B4-BE49-F238E27FC236}">
                <a16:creationId xmlns:a16="http://schemas.microsoft.com/office/drawing/2014/main" id="{BB7C3C28-C131-F144-C8B1-83E6E07F41C5}"/>
              </a:ext>
            </a:extLst>
          </p:cNvPr>
          <p:cNvCxnSpPr>
            <a:cxnSpLocks/>
          </p:cNvCxnSpPr>
          <p:nvPr/>
        </p:nvCxnSpPr>
        <p:spPr>
          <a:xfrm>
            <a:off x="5284928" y="3928793"/>
            <a:ext cx="459010" cy="0"/>
          </a:xfrm>
          <a:prstGeom prst="straightConnector1">
            <a:avLst/>
          </a:prstGeom>
          <a:ln w="381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C3D8A3A7-FF5A-7DAA-47B2-671A57E8647C}"/>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11</a:t>
            </a:fld>
            <a:endParaRPr kumimoji="1" lang="ja-JP" altLang="en-US">
              <a:solidFill>
                <a:srgbClr val="1B2731"/>
              </a:solidFill>
            </a:endParaRPr>
          </a:p>
        </p:txBody>
      </p:sp>
      <p:sp>
        <p:nvSpPr>
          <p:cNvPr id="28" name="object 7">
            <a:extLst>
              <a:ext uri="{FF2B5EF4-FFF2-40B4-BE49-F238E27FC236}">
                <a16:creationId xmlns:a16="http://schemas.microsoft.com/office/drawing/2014/main" id="{60D6D162-DFC7-96EB-98FE-13F88D400EF1}"/>
              </a:ext>
            </a:extLst>
          </p:cNvPr>
          <p:cNvSpPr txBox="1">
            <a:spLocks/>
          </p:cNvSpPr>
          <p:nvPr/>
        </p:nvSpPr>
        <p:spPr>
          <a:xfrm>
            <a:off x="304800" y="76200"/>
            <a:ext cx="78486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94">
                <a:solidFill>
                  <a:srgbClr val="1B2731"/>
                </a:solidFill>
                <a:latin typeface="Meiryo" panose="020B0604030504040204" pitchFamily="34" charset="-128"/>
              </a:rPr>
              <a:t>リモート・ローカル</a:t>
            </a:r>
            <a:r>
              <a:rPr lang="en-US" altLang="ja-JP" sz="3600" spc="94" dirty="0">
                <a:solidFill>
                  <a:srgbClr val="1B2731"/>
                </a:solidFill>
                <a:latin typeface="Meiryo" panose="020B0604030504040204" pitchFamily="34" charset="-128"/>
              </a:rPr>
              <a:t>/</a:t>
            </a:r>
            <a:r>
              <a:rPr lang="ja-JP" altLang="en-US" sz="3600" spc="94">
                <a:solidFill>
                  <a:srgbClr val="1B2731"/>
                </a:solidFill>
                <a:latin typeface="Meiryo" panose="020B0604030504040204" pitchFamily="34" charset="-128"/>
              </a:rPr>
              <a:t>リポジトリ</a:t>
            </a:r>
            <a:endParaRPr lang="ja-JP" altLang="en-US" sz="3600" dirty="0">
              <a:solidFill>
                <a:srgbClr val="1B2731"/>
              </a:solidFill>
              <a:latin typeface="Meiryo" panose="020B0604030504040204" pitchFamily="34" charset="-128"/>
            </a:endParaRPr>
          </a:p>
        </p:txBody>
      </p:sp>
      <p:pic>
        <p:nvPicPr>
          <p:cNvPr id="31" name="Picture 2" descr="GitHub開発チュートリアル 最初からデプロイまで説明">
            <a:extLst>
              <a:ext uri="{FF2B5EF4-FFF2-40B4-BE49-F238E27FC236}">
                <a16:creationId xmlns:a16="http://schemas.microsoft.com/office/drawing/2014/main" id="{FC061A09-98D6-3354-4043-216DB83424F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90637" y="1511074"/>
            <a:ext cx="789102" cy="789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95400"/>
            <a:ext cx="6567011" cy="3191612"/>
          </a:xfrm>
          <a:prstGeom prst="rect">
            <a:avLst/>
          </a:prstGeom>
        </p:spPr>
        <p:txBody>
          <a:bodyPr vert="horz" wrap="square" lIns="0" tIns="9049" rIns="0" bIns="0" rtlCol="0">
            <a:spAutoFit/>
          </a:bodyPr>
          <a:lstStyle/>
          <a:p>
            <a:pPr marL="9525">
              <a:lnSpc>
                <a:spcPct val="150000"/>
              </a:lnSpc>
              <a:spcBef>
                <a:spcPts val="71"/>
              </a:spcBef>
            </a:pPr>
            <a:r>
              <a:rPr sz="2100" spc="-68" dirty="0">
                <a:solidFill>
                  <a:srgbClr val="1B2731"/>
                </a:solidFill>
                <a:latin typeface="Meiryo" panose="020B0604030504040204" pitchFamily="34" charset="-128"/>
                <a:ea typeface="Meiryo" panose="020B0604030504040204" pitchFamily="34" charset="-128"/>
                <a:cs typeface="Yu Gothic Medium"/>
              </a:rPr>
              <a:t>・チームでの共同作業が容易</a:t>
            </a:r>
            <a:endParaRPr sz="2100" dirty="0">
              <a:solidFill>
                <a:srgbClr val="1B2731"/>
              </a:solidFill>
              <a:latin typeface="Meiryo" panose="020B0604030504040204" pitchFamily="34" charset="-128"/>
              <a:ea typeface="Meiryo" panose="020B0604030504040204" pitchFamily="34" charset="-128"/>
              <a:cs typeface="Yu Gothic Medium"/>
            </a:endParaRPr>
          </a:p>
          <a:p>
            <a:pPr marL="695325" marR="214313">
              <a:lnSpc>
                <a:spcPct val="150000"/>
              </a:lnSpc>
              <a:spcBef>
                <a:spcPts val="4"/>
              </a:spcBef>
            </a:pPr>
            <a:r>
              <a:rPr sz="2100" spc="-64" dirty="0">
                <a:solidFill>
                  <a:srgbClr val="1B2731"/>
                </a:solidFill>
                <a:latin typeface="Meiryo" panose="020B0604030504040204" pitchFamily="34" charset="-128"/>
                <a:ea typeface="Meiryo" panose="020B0604030504040204" pitchFamily="34" charset="-128"/>
                <a:cs typeface="Yu Gothic Medium"/>
              </a:rPr>
              <a:t>ネットにアップロードすれば, ほかの人と容易にコードの共有が可能になる</a:t>
            </a:r>
            <a:endParaRPr sz="2100" dirty="0">
              <a:solidFill>
                <a:srgbClr val="1B2731"/>
              </a:solidFill>
              <a:latin typeface="Meiryo" panose="020B0604030504040204" pitchFamily="34" charset="-128"/>
              <a:ea typeface="Meiryo" panose="020B0604030504040204" pitchFamily="34" charset="-128"/>
              <a:cs typeface="Yu Gothic Medium"/>
            </a:endParaRPr>
          </a:p>
          <a:p>
            <a:pPr marL="9525">
              <a:lnSpc>
                <a:spcPct val="150000"/>
              </a:lnSpc>
              <a:spcBef>
                <a:spcPts val="2520"/>
              </a:spcBef>
            </a:pPr>
            <a:r>
              <a:rPr sz="2100" spc="-64" dirty="0">
                <a:solidFill>
                  <a:srgbClr val="1B2731"/>
                </a:solidFill>
                <a:latin typeface="Meiryo" panose="020B0604030504040204" pitchFamily="34" charset="-128"/>
                <a:ea typeface="Meiryo" panose="020B0604030504040204" pitchFamily="34" charset="-128"/>
                <a:cs typeface="Yu Gothic Medium"/>
              </a:rPr>
              <a:t>・バックアップの役割</a:t>
            </a:r>
            <a:endParaRPr sz="2100" dirty="0">
              <a:solidFill>
                <a:srgbClr val="1B2731"/>
              </a:solidFill>
              <a:latin typeface="Meiryo" panose="020B0604030504040204" pitchFamily="34" charset="-128"/>
              <a:ea typeface="Meiryo" panose="020B0604030504040204" pitchFamily="34" charset="-128"/>
              <a:cs typeface="Yu Gothic Medium"/>
            </a:endParaRPr>
          </a:p>
          <a:p>
            <a:pPr marL="695325" marR="3810">
              <a:lnSpc>
                <a:spcPct val="150000"/>
              </a:lnSpc>
            </a:pPr>
            <a:r>
              <a:rPr sz="2100" spc="-56" dirty="0" err="1">
                <a:solidFill>
                  <a:srgbClr val="1B2731"/>
                </a:solidFill>
                <a:latin typeface="Meiryo" panose="020B0604030504040204" pitchFamily="34" charset="-128"/>
                <a:ea typeface="Meiryo" panose="020B0604030504040204" pitchFamily="34" charset="-128"/>
                <a:cs typeface="Yu Gothic Medium"/>
              </a:rPr>
              <a:t>自分の</a:t>
            </a:r>
            <a:r>
              <a:rPr sz="2100" spc="-41" dirty="0" err="1">
                <a:solidFill>
                  <a:srgbClr val="1B2731"/>
                </a:solidFill>
                <a:latin typeface="Meiryo" panose="020B0604030504040204" pitchFamily="34" charset="-128"/>
                <a:ea typeface="Meiryo" panose="020B0604030504040204" pitchFamily="34" charset="-128"/>
                <a:cs typeface="Yu Gothic Medium"/>
              </a:rPr>
              <a:t>PC</a:t>
            </a:r>
            <a:r>
              <a:rPr sz="2100" spc="-64" dirty="0" err="1">
                <a:solidFill>
                  <a:srgbClr val="1B2731"/>
                </a:solidFill>
                <a:latin typeface="Meiryo" panose="020B0604030504040204" pitchFamily="34" charset="-128"/>
                <a:ea typeface="Meiryo" panose="020B0604030504040204" pitchFamily="34" charset="-128"/>
                <a:cs typeface="Yu Gothic Medium"/>
              </a:rPr>
              <a:t>が壊れてもネットから</a:t>
            </a:r>
            <a:endParaRPr lang="en-US" sz="2100" spc="-64" dirty="0">
              <a:solidFill>
                <a:srgbClr val="1B2731"/>
              </a:solidFill>
              <a:latin typeface="Meiryo" panose="020B0604030504040204" pitchFamily="34" charset="-128"/>
              <a:ea typeface="Meiryo" panose="020B0604030504040204" pitchFamily="34" charset="-128"/>
              <a:cs typeface="Yu Gothic Medium"/>
            </a:endParaRPr>
          </a:p>
          <a:p>
            <a:pPr marL="695325" marR="3810">
              <a:lnSpc>
                <a:spcPct val="150000"/>
              </a:lnSpc>
            </a:pPr>
            <a:r>
              <a:rPr sz="2100" spc="-64" dirty="0" err="1">
                <a:solidFill>
                  <a:srgbClr val="1B2731"/>
                </a:solidFill>
                <a:latin typeface="Meiryo" panose="020B0604030504040204" pitchFamily="34" charset="-128"/>
                <a:ea typeface="Meiryo" panose="020B0604030504040204" pitchFamily="34" charset="-128"/>
                <a:cs typeface="Yu Gothic Medium"/>
              </a:rPr>
              <a:t>もう一度引っ張ってくれば問題ない</a:t>
            </a:r>
            <a:endParaRPr sz="2100" dirty="0">
              <a:solidFill>
                <a:srgbClr val="1B2731"/>
              </a:solidFill>
              <a:latin typeface="Meiryo" panose="020B0604030504040204" pitchFamily="34" charset="-128"/>
              <a:ea typeface="Meiryo" panose="020B0604030504040204" pitchFamily="34" charset="-128"/>
              <a:cs typeface="Yu Gothic Medium"/>
            </a:endParaRPr>
          </a:p>
        </p:txBody>
      </p:sp>
      <p:sp>
        <p:nvSpPr>
          <p:cNvPr id="4" name="Slide Number Placeholder 5">
            <a:extLst>
              <a:ext uri="{FF2B5EF4-FFF2-40B4-BE49-F238E27FC236}">
                <a16:creationId xmlns:a16="http://schemas.microsoft.com/office/drawing/2014/main" id="{045D0163-06A8-02AB-614F-334825F239DB}"/>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12</a:t>
            </a:fld>
            <a:endParaRPr kumimoji="1" lang="ja-JP" altLang="en-US">
              <a:solidFill>
                <a:srgbClr val="1B2731"/>
              </a:solidFill>
            </a:endParaRPr>
          </a:p>
        </p:txBody>
      </p:sp>
      <p:sp>
        <p:nvSpPr>
          <p:cNvPr id="5" name="object 7">
            <a:extLst>
              <a:ext uri="{FF2B5EF4-FFF2-40B4-BE49-F238E27FC236}">
                <a16:creationId xmlns:a16="http://schemas.microsoft.com/office/drawing/2014/main" id="{2D6EEABF-16D4-09B7-315A-D260A9CF3864}"/>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94">
                <a:solidFill>
                  <a:srgbClr val="1B2731"/>
                </a:solidFill>
                <a:latin typeface="Meiryo" panose="020B0604030504040204" pitchFamily="34" charset="-128"/>
              </a:rPr>
              <a:t>リモート・ローカル</a:t>
            </a:r>
            <a:r>
              <a:rPr lang="en-US" altLang="ja-JP" sz="3600" spc="94" dirty="0">
                <a:solidFill>
                  <a:srgbClr val="1B2731"/>
                </a:solidFill>
                <a:latin typeface="Meiryo" panose="020B0604030504040204" pitchFamily="34" charset="-128"/>
              </a:rPr>
              <a:t>/</a:t>
            </a:r>
            <a:r>
              <a:rPr lang="ja-JP" altLang="en-US" sz="3600" spc="94">
                <a:solidFill>
                  <a:srgbClr val="1B2731"/>
                </a:solidFill>
                <a:latin typeface="Meiryo" panose="020B0604030504040204" pitchFamily="34" charset="-128"/>
              </a:rPr>
              <a:t>リポジトリの利点</a:t>
            </a:r>
            <a:endParaRPr lang="ja-JP" altLang="en-US" sz="3600" dirty="0">
              <a:solidFill>
                <a:srgbClr val="1B2731"/>
              </a:solidFill>
              <a:latin typeface="Meiryo" panose="020B0604030504040204" pitchFamily="3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156160" y="2041263"/>
            <a:ext cx="3558540" cy="2971800"/>
          </a:xfrm>
          <a:custGeom>
            <a:avLst/>
            <a:gdLst/>
            <a:ahLst/>
            <a:cxnLst/>
            <a:rect l="l" t="t" r="r" b="b"/>
            <a:pathLst>
              <a:path w="4744720" h="3962400">
                <a:moveTo>
                  <a:pt x="0" y="3962400"/>
                </a:moveTo>
                <a:lnTo>
                  <a:pt x="4744720" y="3962400"/>
                </a:lnTo>
                <a:lnTo>
                  <a:pt x="4744720" y="0"/>
                </a:lnTo>
                <a:lnTo>
                  <a:pt x="0" y="0"/>
                </a:lnTo>
                <a:lnTo>
                  <a:pt x="0" y="3962400"/>
                </a:lnTo>
                <a:close/>
              </a:path>
            </a:pathLst>
          </a:custGeom>
          <a:ln w="76200">
            <a:solidFill>
              <a:srgbClr val="FFC000"/>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4" name="object 4"/>
          <p:cNvSpPr txBox="1"/>
          <p:nvPr/>
        </p:nvSpPr>
        <p:spPr>
          <a:xfrm>
            <a:off x="5386636" y="1712407"/>
            <a:ext cx="3076281" cy="317395"/>
          </a:xfrm>
          <a:prstGeom prst="rect">
            <a:avLst/>
          </a:prstGeom>
        </p:spPr>
        <p:txBody>
          <a:bodyPr vert="horz" wrap="square" lIns="0" tIns="9525" rIns="0" bIns="0" rtlCol="0">
            <a:spAutoFit/>
          </a:bodyPr>
          <a:lstStyle/>
          <a:p>
            <a:pPr marL="9525">
              <a:spcBef>
                <a:spcPts val="75"/>
              </a:spcBef>
            </a:pPr>
            <a:r>
              <a:rPr sz="2000" spc="-15" dirty="0">
                <a:solidFill>
                  <a:srgbClr val="1B2731"/>
                </a:solidFill>
                <a:latin typeface="Meiryo" panose="020B0604030504040204" pitchFamily="34" charset="-128"/>
                <a:ea typeface="Meiryo" panose="020B0604030504040204" pitchFamily="34" charset="-128"/>
                <a:cs typeface="Yu Gothic Medium"/>
              </a:rPr>
              <a:t>Github</a:t>
            </a:r>
            <a:r>
              <a:rPr sz="2000" spc="-11" dirty="0">
                <a:solidFill>
                  <a:srgbClr val="1B2731"/>
                </a:solidFill>
                <a:latin typeface="Meiryo" panose="020B0604030504040204" pitchFamily="34" charset="-128"/>
                <a:ea typeface="Meiryo" panose="020B0604030504040204" pitchFamily="34" charset="-128"/>
                <a:cs typeface="Yu Gothic Medium"/>
              </a:rPr>
              <a:t>(インターネット上)</a:t>
            </a:r>
            <a:endParaRPr sz="2000" dirty="0">
              <a:solidFill>
                <a:srgbClr val="1B2731"/>
              </a:solidFill>
              <a:latin typeface="Meiryo" panose="020B0604030504040204" pitchFamily="34" charset="-128"/>
              <a:ea typeface="Meiryo" panose="020B0604030504040204" pitchFamily="34" charset="-128"/>
              <a:cs typeface="Yu Gothic Medium"/>
            </a:endParaRPr>
          </a:p>
        </p:txBody>
      </p:sp>
      <p:sp>
        <p:nvSpPr>
          <p:cNvPr id="5" name="object 5"/>
          <p:cNvSpPr txBox="1"/>
          <p:nvPr/>
        </p:nvSpPr>
        <p:spPr>
          <a:xfrm>
            <a:off x="5308940" y="2161220"/>
            <a:ext cx="1896427" cy="255839"/>
          </a:xfrm>
          <a:prstGeom prst="rect">
            <a:avLst/>
          </a:prstGeom>
        </p:spPr>
        <p:txBody>
          <a:bodyPr vert="horz" wrap="square" lIns="0" tIns="9525" rIns="0" bIns="0" rtlCol="0">
            <a:spAutoFit/>
          </a:bodyPr>
          <a:lstStyle/>
          <a:p>
            <a:pPr marL="9525">
              <a:spcBef>
                <a:spcPts val="75"/>
              </a:spcBef>
            </a:pPr>
            <a:r>
              <a:rPr sz="1600" spc="-8" dirty="0">
                <a:solidFill>
                  <a:srgbClr val="1B2731"/>
                </a:solidFill>
                <a:latin typeface="Meiryo" panose="020B0604030504040204" pitchFamily="34" charset="-128"/>
                <a:ea typeface="Meiryo" panose="020B0604030504040204" pitchFamily="34" charset="-128"/>
                <a:cs typeface="Yu Gothic Medium"/>
              </a:rPr>
              <a:t>リモートリポジトリ</a:t>
            </a:r>
            <a:endParaRPr sz="1600" dirty="0">
              <a:solidFill>
                <a:srgbClr val="1B2731"/>
              </a:solidFill>
              <a:latin typeface="Meiryo" panose="020B0604030504040204" pitchFamily="34" charset="-128"/>
              <a:ea typeface="Meiryo" panose="020B0604030504040204" pitchFamily="34" charset="-128"/>
              <a:cs typeface="Yu Gothic Medium"/>
            </a:endParaRPr>
          </a:p>
        </p:txBody>
      </p:sp>
      <p:sp>
        <p:nvSpPr>
          <p:cNvPr id="7" name="object 7"/>
          <p:cNvSpPr/>
          <p:nvPr/>
        </p:nvSpPr>
        <p:spPr>
          <a:xfrm>
            <a:off x="5578394" y="3369970"/>
            <a:ext cx="2687003" cy="513874"/>
          </a:xfrm>
          <a:custGeom>
            <a:avLst/>
            <a:gdLst/>
            <a:ahLst/>
            <a:cxnLst/>
            <a:rect l="l" t="t" r="r" b="b"/>
            <a:pathLst>
              <a:path w="3582670" h="685164">
                <a:moveTo>
                  <a:pt x="3582543" y="342265"/>
                </a:moveTo>
                <a:lnTo>
                  <a:pt x="3485197" y="285483"/>
                </a:lnTo>
                <a:lnTo>
                  <a:pt x="3485197" y="396138"/>
                </a:lnTo>
                <a:lnTo>
                  <a:pt x="3460978" y="412470"/>
                </a:lnTo>
                <a:lnTo>
                  <a:pt x="3467519" y="408051"/>
                </a:lnTo>
                <a:lnTo>
                  <a:pt x="3485197" y="396138"/>
                </a:lnTo>
                <a:lnTo>
                  <a:pt x="3485197" y="285483"/>
                </a:lnTo>
                <a:lnTo>
                  <a:pt x="3451910" y="266065"/>
                </a:lnTo>
                <a:lnTo>
                  <a:pt x="3012567" y="9779"/>
                </a:lnTo>
                <a:lnTo>
                  <a:pt x="2983877" y="0"/>
                </a:lnTo>
                <a:lnTo>
                  <a:pt x="2954718" y="1879"/>
                </a:lnTo>
                <a:lnTo>
                  <a:pt x="2928404" y="14566"/>
                </a:lnTo>
                <a:lnTo>
                  <a:pt x="2908300" y="37211"/>
                </a:lnTo>
                <a:lnTo>
                  <a:pt x="2898521" y="65824"/>
                </a:lnTo>
                <a:lnTo>
                  <a:pt x="2900438" y="94957"/>
                </a:lnTo>
                <a:lnTo>
                  <a:pt x="2913138" y="121246"/>
                </a:lnTo>
                <a:lnTo>
                  <a:pt x="2935732" y="141351"/>
                </a:lnTo>
                <a:lnTo>
                  <a:pt x="3149523" y="266065"/>
                </a:lnTo>
                <a:lnTo>
                  <a:pt x="1923288" y="266065"/>
                </a:lnTo>
                <a:lnTo>
                  <a:pt x="1897672" y="203847"/>
                </a:lnTo>
                <a:lnTo>
                  <a:pt x="1870633" y="165582"/>
                </a:lnTo>
                <a:lnTo>
                  <a:pt x="1837588" y="132537"/>
                </a:lnTo>
                <a:lnTo>
                  <a:pt x="1799323" y="105498"/>
                </a:lnTo>
                <a:lnTo>
                  <a:pt x="1756600" y="85229"/>
                </a:lnTo>
                <a:lnTo>
                  <a:pt x="1710207" y="72491"/>
                </a:lnTo>
                <a:lnTo>
                  <a:pt x="1660906" y="68072"/>
                </a:lnTo>
                <a:lnTo>
                  <a:pt x="1611630" y="72491"/>
                </a:lnTo>
                <a:lnTo>
                  <a:pt x="1565249" y="85229"/>
                </a:lnTo>
                <a:lnTo>
                  <a:pt x="1522526" y="105498"/>
                </a:lnTo>
                <a:lnTo>
                  <a:pt x="1484261" y="132537"/>
                </a:lnTo>
                <a:lnTo>
                  <a:pt x="1451203" y="165582"/>
                </a:lnTo>
                <a:lnTo>
                  <a:pt x="1424152" y="203847"/>
                </a:lnTo>
                <a:lnTo>
                  <a:pt x="1403870" y="246570"/>
                </a:lnTo>
                <a:lnTo>
                  <a:pt x="1398511" y="266065"/>
                </a:lnTo>
                <a:lnTo>
                  <a:pt x="961872" y="266065"/>
                </a:lnTo>
                <a:lnTo>
                  <a:pt x="936256" y="203898"/>
                </a:lnTo>
                <a:lnTo>
                  <a:pt x="909193" y="165633"/>
                </a:lnTo>
                <a:lnTo>
                  <a:pt x="876122" y="132575"/>
                </a:lnTo>
                <a:lnTo>
                  <a:pt x="837844" y="105524"/>
                </a:lnTo>
                <a:lnTo>
                  <a:pt x="795108" y="85242"/>
                </a:lnTo>
                <a:lnTo>
                  <a:pt x="748690" y="72491"/>
                </a:lnTo>
                <a:lnTo>
                  <a:pt x="699389" y="68072"/>
                </a:lnTo>
                <a:lnTo>
                  <a:pt x="650113" y="72491"/>
                </a:lnTo>
                <a:lnTo>
                  <a:pt x="603732" y="85242"/>
                </a:lnTo>
                <a:lnTo>
                  <a:pt x="561009" y="105524"/>
                </a:lnTo>
                <a:lnTo>
                  <a:pt x="522744" y="132575"/>
                </a:lnTo>
                <a:lnTo>
                  <a:pt x="489686" y="165633"/>
                </a:lnTo>
                <a:lnTo>
                  <a:pt x="462635" y="203898"/>
                </a:lnTo>
                <a:lnTo>
                  <a:pt x="442353" y="246621"/>
                </a:lnTo>
                <a:lnTo>
                  <a:pt x="437007" y="266065"/>
                </a:lnTo>
                <a:lnTo>
                  <a:pt x="76200" y="266065"/>
                </a:lnTo>
                <a:lnTo>
                  <a:pt x="46494" y="272072"/>
                </a:lnTo>
                <a:lnTo>
                  <a:pt x="22288" y="288404"/>
                </a:lnTo>
                <a:lnTo>
                  <a:pt x="5969" y="312635"/>
                </a:lnTo>
                <a:lnTo>
                  <a:pt x="0" y="342265"/>
                </a:lnTo>
                <a:lnTo>
                  <a:pt x="5969" y="371906"/>
                </a:lnTo>
                <a:lnTo>
                  <a:pt x="22288" y="396138"/>
                </a:lnTo>
                <a:lnTo>
                  <a:pt x="46494" y="412470"/>
                </a:lnTo>
                <a:lnTo>
                  <a:pt x="76200" y="418465"/>
                </a:lnTo>
                <a:lnTo>
                  <a:pt x="436994" y="418465"/>
                </a:lnTo>
                <a:lnTo>
                  <a:pt x="442353" y="437921"/>
                </a:lnTo>
                <a:lnTo>
                  <a:pt x="462635" y="480644"/>
                </a:lnTo>
                <a:lnTo>
                  <a:pt x="489686" y="518909"/>
                </a:lnTo>
                <a:lnTo>
                  <a:pt x="522744" y="551967"/>
                </a:lnTo>
                <a:lnTo>
                  <a:pt x="561009" y="579018"/>
                </a:lnTo>
                <a:lnTo>
                  <a:pt x="603732" y="599300"/>
                </a:lnTo>
                <a:lnTo>
                  <a:pt x="650113" y="612051"/>
                </a:lnTo>
                <a:lnTo>
                  <a:pt x="699389" y="616458"/>
                </a:lnTo>
                <a:lnTo>
                  <a:pt x="748690" y="612051"/>
                </a:lnTo>
                <a:lnTo>
                  <a:pt x="795108" y="599300"/>
                </a:lnTo>
                <a:lnTo>
                  <a:pt x="837844" y="579018"/>
                </a:lnTo>
                <a:lnTo>
                  <a:pt x="876122" y="551967"/>
                </a:lnTo>
                <a:lnTo>
                  <a:pt x="909193" y="518909"/>
                </a:lnTo>
                <a:lnTo>
                  <a:pt x="936256" y="480644"/>
                </a:lnTo>
                <a:lnTo>
                  <a:pt x="956538" y="437921"/>
                </a:lnTo>
                <a:lnTo>
                  <a:pt x="961885" y="418465"/>
                </a:lnTo>
                <a:lnTo>
                  <a:pt x="1398511" y="418465"/>
                </a:lnTo>
                <a:lnTo>
                  <a:pt x="1424152" y="480644"/>
                </a:lnTo>
                <a:lnTo>
                  <a:pt x="1451203" y="518909"/>
                </a:lnTo>
                <a:lnTo>
                  <a:pt x="1484261" y="551967"/>
                </a:lnTo>
                <a:lnTo>
                  <a:pt x="1522526" y="579018"/>
                </a:lnTo>
                <a:lnTo>
                  <a:pt x="1565249" y="599300"/>
                </a:lnTo>
                <a:lnTo>
                  <a:pt x="1611630" y="612051"/>
                </a:lnTo>
                <a:lnTo>
                  <a:pt x="1660906" y="616458"/>
                </a:lnTo>
                <a:lnTo>
                  <a:pt x="1710207" y="612051"/>
                </a:lnTo>
                <a:lnTo>
                  <a:pt x="1756600" y="599300"/>
                </a:lnTo>
                <a:lnTo>
                  <a:pt x="1799323" y="579018"/>
                </a:lnTo>
                <a:lnTo>
                  <a:pt x="1837588" y="551967"/>
                </a:lnTo>
                <a:lnTo>
                  <a:pt x="1870633" y="518909"/>
                </a:lnTo>
                <a:lnTo>
                  <a:pt x="1897672" y="480644"/>
                </a:lnTo>
                <a:lnTo>
                  <a:pt x="1917941" y="437921"/>
                </a:lnTo>
                <a:lnTo>
                  <a:pt x="1923275" y="418465"/>
                </a:lnTo>
                <a:lnTo>
                  <a:pt x="3149523" y="418465"/>
                </a:lnTo>
                <a:lnTo>
                  <a:pt x="2935732" y="543179"/>
                </a:lnTo>
                <a:lnTo>
                  <a:pt x="2913138" y="563295"/>
                </a:lnTo>
                <a:lnTo>
                  <a:pt x="2900438" y="589584"/>
                </a:lnTo>
                <a:lnTo>
                  <a:pt x="2898521" y="618718"/>
                </a:lnTo>
                <a:lnTo>
                  <a:pt x="2908300" y="647331"/>
                </a:lnTo>
                <a:lnTo>
                  <a:pt x="2928404" y="669975"/>
                </a:lnTo>
                <a:lnTo>
                  <a:pt x="2954718" y="682663"/>
                </a:lnTo>
                <a:lnTo>
                  <a:pt x="2983877" y="684542"/>
                </a:lnTo>
                <a:lnTo>
                  <a:pt x="3012567" y="674751"/>
                </a:lnTo>
                <a:lnTo>
                  <a:pt x="3451910" y="418465"/>
                </a:lnTo>
                <a:lnTo>
                  <a:pt x="3582543" y="342265"/>
                </a:lnTo>
                <a:close/>
              </a:path>
            </a:pathLst>
          </a:custGeom>
          <a:solidFill>
            <a:srgbClr val="20B782"/>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21" name="object 21"/>
          <p:cNvSpPr/>
          <p:nvPr/>
        </p:nvSpPr>
        <p:spPr>
          <a:xfrm>
            <a:off x="3511677" y="2877503"/>
            <a:ext cx="1896427" cy="1169670"/>
          </a:xfrm>
          <a:custGeom>
            <a:avLst/>
            <a:gdLst/>
            <a:ahLst/>
            <a:cxnLst/>
            <a:rect l="l" t="t" r="r" b="b"/>
            <a:pathLst>
              <a:path w="2528570" h="1559560">
                <a:moveTo>
                  <a:pt x="180975" y="0"/>
                </a:moveTo>
                <a:lnTo>
                  <a:pt x="0" y="374141"/>
                </a:lnTo>
                <a:lnTo>
                  <a:pt x="2064004" y="1372361"/>
                </a:lnTo>
                <a:lnTo>
                  <a:pt x="1973580" y="1559432"/>
                </a:lnTo>
                <a:lnTo>
                  <a:pt x="2528569" y="1366265"/>
                </a:lnTo>
                <a:lnTo>
                  <a:pt x="2335403" y="811276"/>
                </a:lnTo>
                <a:lnTo>
                  <a:pt x="2244979" y="998346"/>
                </a:lnTo>
                <a:lnTo>
                  <a:pt x="180975" y="0"/>
                </a:lnTo>
                <a:close/>
              </a:path>
            </a:pathLst>
          </a:custGeom>
          <a:solidFill>
            <a:srgbClr val="92D050"/>
          </a:solidFill>
        </p:spPr>
        <p:txBody>
          <a:bodyPr wrap="square" lIns="0" tIns="0" rIns="0" bIns="0" rtlCol="0"/>
          <a:lstStyle/>
          <a:p>
            <a:endParaRPr sz="2400">
              <a:solidFill>
                <a:schemeClr val="tx1"/>
              </a:solidFill>
              <a:latin typeface="Meiryo" panose="020B0604030504040204" pitchFamily="34" charset="-128"/>
              <a:ea typeface="Meiryo" panose="020B0604030504040204" pitchFamily="34" charset="-128"/>
            </a:endParaRPr>
          </a:p>
        </p:txBody>
      </p:sp>
      <p:sp>
        <p:nvSpPr>
          <p:cNvPr id="22" name="object 22"/>
          <p:cNvSpPr/>
          <p:nvPr/>
        </p:nvSpPr>
        <p:spPr>
          <a:xfrm>
            <a:off x="3511677" y="2877503"/>
            <a:ext cx="1896427" cy="1169670"/>
          </a:xfrm>
          <a:custGeom>
            <a:avLst/>
            <a:gdLst/>
            <a:ahLst/>
            <a:cxnLst/>
            <a:rect l="l" t="t" r="r" b="b"/>
            <a:pathLst>
              <a:path w="2528570" h="1559560">
                <a:moveTo>
                  <a:pt x="180975" y="0"/>
                </a:moveTo>
                <a:lnTo>
                  <a:pt x="2244979" y="998346"/>
                </a:lnTo>
                <a:lnTo>
                  <a:pt x="2335403" y="811276"/>
                </a:lnTo>
                <a:lnTo>
                  <a:pt x="2528569" y="1366265"/>
                </a:lnTo>
                <a:lnTo>
                  <a:pt x="1973580" y="1559432"/>
                </a:lnTo>
                <a:lnTo>
                  <a:pt x="2064004" y="1372361"/>
                </a:lnTo>
                <a:lnTo>
                  <a:pt x="0" y="374141"/>
                </a:lnTo>
                <a:lnTo>
                  <a:pt x="180975" y="0"/>
                </a:lnTo>
                <a:close/>
              </a:path>
            </a:pathLst>
          </a:custGeom>
          <a:ln w="12700">
            <a:solidFill>
              <a:srgbClr val="084A33"/>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24" name="object 24"/>
          <p:cNvSpPr/>
          <p:nvPr/>
        </p:nvSpPr>
        <p:spPr>
          <a:xfrm>
            <a:off x="7205367" y="3421167"/>
            <a:ext cx="411480" cy="411480"/>
          </a:xfrm>
          <a:custGeom>
            <a:avLst/>
            <a:gdLst/>
            <a:ahLst/>
            <a:cxnLst/>
            <a:rect l="l" t="t" r="r" b="b"/>
            <a:pathLst>
              <a:path w="548640" h="548639">
                <a:moveTo>
                  <a:pt x="274193" y="0"/>
                </a:moveTo>
                <a:lnTo>
                  <a:pt x="224919" y="4419"/>
                </a:lnTo>
                <a:lnTo>
                  <a:pt x="178537" y="17159"/>
                </a:lnTo>
                <a:lnTo>
                  <a:pt x="135824" y="37446"/>
                </a:lnTo>
                <a:lnTo>
                  <a:pt x="97553" y="64502"/>
                </a:lnTo>
                <a:lnTo>
                  <a:pt x="64502" y="97553"/>
                </a:lnTo>
                <a:lnTo>
                  <a:pt x="37446" y="135824"/>
                </a:lnTo>
                <a:lnTo>
                  <a:pt x="17159" y="178537"/>
                </a:lnTo>
                <a:lnTo>
                  <a:pt x="4419" y="224919"/>
                </a:lnTo>
                <a:lnTo>
                  <a:pt x="0" y="274193"/>
                </a:lnTo>
                <a:lnTo>
                  <a:pt x="4419" y="323504"/>
                </a:lnTo>
                <a:lnTo>
                  <a:pt x="17159" y="369915"/>
                </a:lnTo>
                <a:lnTo>
                  <a:pt x="37446" y="412651"/>
                </a:lnTo>
                <a:lnTo>
                  <a:pt x="64502" y="450937"/>
                </a:lnTo>
                <a:lnTo>
                  <a:pt x="97553" y="483999"/>
                </a:lnTo>
                <a:lnTo>
                  <a:pt x="135824" y="511062"/>
                </a:lnTo>
                <a:lnTo>
                  <a:pt x="178537" y="531351"/>
                </a:lnTo>
                <a:lnTo>
                  <a:pt x="224919" y="544093"/>
                </a:lnTo>
                <a:lnTo>
                  <a:pt x="274193" y="548513"/>
                </a:lnTo>
                <a:lnTo>
                  <a:pt x="323504" y="544093"/>
                </a:lnTo>
                <a:lnTo>
                  <a:pt x="369915" y="531351"/>
                </a:lnTo>
                <a:lnTo>
                  <a:pt x="412651" y="511062"/>
                </a:lnTo>
                <a:lnTo>
                  <a:pt x="450937" y="483999"/>
                </a:lnTo>
                <a:lnTo>
                  <a:pt x="483999" y="450937"/>
                </a:lnTo>
                <a:lnTo>
                  <a:pt x="511062" y="412651"/>
                </a:lnTo>
                <a:lnTo>
                  <a:pt x="531351" y="369915"/>
                </a:lnTo>
                <a:lnTo>
                  <a:pt x="544093" y="323504"/>
                </a:lnTo>
                <a:lnTo>
                  <a:pt x="548513" y="274193"/>
                </a:lnTo>
                <a:lnTo>
                  <a:pt x="544093" y="224919"/>
                </a:lnTo>
                <a:lnTo>
                  <a:pt x="531351" y="178537"/>
                </a:lnTo>
                <a:lnTo>
                  <a:pt x="511062" y="135824"/>
                </a:lnTo>
                <a:lnTo>
                  <a:pt x="483999" y="97553"/>
                </a:lnTo>
                <a:lnTo>
                  <a:pt x="450937" y="64502"/>
                </a:lnTo>
                <a:lnTo>
                  <a:pt x="412651" y="37446"/>
                </a:lnTo>
                <a:lnTo>
                  <a:pt x="369915" y="17159"/>
                </a:lnTo>
                <a:lnTo>
                  <a:pt x="323504" y="4419"/>
                </a:lnTo>
                <a:lnTo>
                  <a:pt x="274193" y="0"/>
                </a:lnTo>
                <a:close/>
              </a:path>
            </a:pathLst>
          </a:custGeom>
          <a:solidFill>
            <a:srgbClr val="FFC000"/>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25" name="object 25"/>
          <p:cNvSpPr/>
          <p:nvPr/>
        </p:nvSpPr>
        <p:spPr>
          <a:xfrm>
            <a:off x="7001830" y="2502572"/>
            <a:ext cx="1436075" cy="841799"/>
          </a:xfrm>
          <a:custGeom>
            <a:avLst/>
            <a:gdLst/>
            <a:ahLst/>
            <a:cxnLst/>
            <a:rect l="l" t="t" r="r" b="b"/>
            <a:pathLst>
              <a:path w="1458595" h="935354">
                <a:moveTo>
                  <a:pt x="0" y="138429"/>
                </a:moveTo>
                <a:lnTo>
                  <a:pt x="7058" y="94674"/>
                </a:lnTo>
                <a:lnTo>
                  <a:pt x="26716" y="56674"/>
                </a:lnTo>
                <a:lnTo>
                  <a:pt x="56701" y="26708"/>
                </a:lnTo>
                <a:lnTo>
                  <a:pt x="94739" y="7057"/>
                </a:lnTo>
                <a:lnTo>
                  <a:pt x="138557" y="0"/>
                </a:lnTo>
                <a:lnTo>
                  <a:pt x="243077" y="0"/>
                </a:lnTo>
                <a:lnTo>
                  <a:pt x="607695" y="0"/>
                </a:lnTo>
                <a:lnTo>
                  <a:pt x="1319911" y="0"/>
                </a:lnTo>
                <a:lnTo>
                  <a:pt x="1363679" y="7057"/>
                </a:lnTo>
                <a:lnTo>
                  <a:pt x="1401711" y="26708"/>
                </a:lnTo>
                <a:lnTo>
                  <a:pt x="1431714" y="56674"/>
                </a:lnTo>
                <a:lnTo>
                  <a:pt x="1451397" y="94674"/>
                </a:lnTo>
                <a:lnTo>
                  <a:pt x="1458468" y="138429"/>
                </a:lnTo>
                <a:lnTo>
                  <a:pt x="1458468" y="484758"/>
                </a:lnTo>
                <a:lnTo>
                  <a:pt x="1458468" y="692403"/>
                </a:lnTo>
                <a:lnTo>
                  <a:pt x="1451397" y="736221"/>
                </a:lnTo>
                <a:lnTo>
                  <a:pt x="1431714" y="774259"/>
                </a:lnTo>
                <a:lnTo>
                  <a:pt x="1401711" y="804244"/>
                </a:lnTo>
                <a:lnTo>
                  <a:pt x="1363679" y="823902"/>
                </a:lnTo>
                <a:lnTo>
                  <a:pt x="1319911" y="830960"/>
                </a:lnTo>
                <a:lnTo>
                  <a:pt x="607695" y="830960"/>
                </a:lnTo>
                <a:lnTo>
                  <a:pt x="425450" y="934846"/>
                </a:lnTo>
                <a:lnTo>
                  <a:pt x="243077" y="830960"/>
                </a:lnTo>
                <a:lnTo>
                  <a:pt x="138557" y="830960"/>
                </a:lnTo>
                <a:lnTo>
                  <a:pt x="94739" y="823902"/>
                </a:lnTo>
                <a:lnTo>
                  <a:pt x="56701" y="804244"/>
                </a:lnTo>
                <a:lnTo>
                  <a:pt x="26716" y="774259"/>
                </a:lnTo>
                <a:lnTo>
                  <a:pt x="7058" y="736221"/>
                </a:lnTo>
                <a:lnTo>
                  <a:pt x="0" y="692403"/>
                </a:lnTo>
                <a:lnTo>
                  <a:pt x="0" y="484758"/>
                </a:lnTo>
                <a:lnTo>
                  <a:pt x="0" y="138429"/>
                </a:lnTo>
                <a:close/>
              </a:path>
            </a:pathLst>
          </a:custGeom>
          <a:ln w="38100">
            <a:solidFill>
              <a:srgbClr val="00AF50"/>
            </a:solidFill>
          </a:ln>
        </p:spPr>
        <p:txBody>
          <a:bodyPr wrap="square" lIns="0" tIns="0" rIns="0" bIns="0" rtlCol="0"/>
          <a:lstStyle/>
          <a:p>
            <a:endParaRPr sz="2400" dirty="0">
              <a:solidFill>
                <a:srgbClr val="1B2731"/>
              </a:solidFill>
              <a:latin typeface="Meiryo" panose="020B0604030504040204" pitchFamily="34" charset="-128"/>
              <a:ea typeface="Meiryo" panose="020B0604030504040204" pitchFamily="34" charset="-128"/>
            </a:endParaRPr>
          </a:p>
        </p:txBody>
      </p:sp>
      <p:sp>
        <p:nvSpPr>
          <p:cNvPr id="26" name="object 26"/>
          <p:cNvSpPr txBox="1"/>
          <p:nvPr/>
        </p:nvSpPr>
        <p:spPr>
          <a:xfrm>
            <a:off x="7183201" y="2605535"/>
            <a:ext cx="1427399" cy="575959"/>
          </a:xfrm>
          <a:prstGeom prst="rect">
            <a:avLst/>
          </a:prstGeom>
        </p:spPr>
        <p:txBody>
          <a:bodyPr vert="horz" wrap="square" lIns="0" tIns="9049" rIns="0" bIns="0" rtlCol="0">
            <a:spAutoFit/>
          </a:bodyPr>
          <a:lstStyle/>
          <a:p>
            <a:pPr marL="9525">
              <a:spcBef>
                <a:spcPts val="71"/>
              </a:spcBef>
            </a:pPr>
            <a:r>
              <a:rPr spc="-26" dirty="0" err="1">
                <a:solidFill>
                  <a:srgbClr val="1B2731"/>
                </a:solidFill>
                <a:latin typeface="Meiryo" panose="020B0604030504040204" pitchFamily="34" charset="-128"/>
                <a:ea typeface="Meiryo" panose="020B0604030504040204" pitchFamily="34" charset="-128"/>
                <a:cs typeface="Yu Gothic Medium"/>
              </a:rPr>
              <a:t>ローカルの</a:t>
            </a:r>
            <a:endParaRPr lang="en-US" spc="-26" dirty="0">
              <a:solidFill>
                <a:srgbClr val="1B2731"/>
              </a:solidFill>
              <a:latin typeface="Meiryo" panose="020B0604030504040204" pitchFamily="34" charset="-128"/>
              <a:ea typeface="Meiryo" panose="020B0604030504040204" pitchFamily="34" charset="-128"/>
              <a:cs typeface="Yu Gothic Medium"/>
            </a:endParaRPr>
          </a:p>
          <a:p>
            <a:pPr marL="9525">
              <a:spcBef>
                <a:spcPts val="71"/>
              </a:spcBef>
            </a:pPr>
            <a:r>
              <a:rPr spc="-26" dirty="0" err="1">
                <a:solidFill>
                  <a:srgbClr val="1B2731"/>
                </a:solidFill>
                <a:latin typeface="Meiryo" panose="020B0604030504040204" pitchFamily="34" charset="-128"/>
                <a:ea typeface="Meiryo" panose="020B0604030504040204" pitchFamily="34" charset="-128"/>
                <a:cs typeface="Yu Gothic Medium"/>
              </a:rPr>
              <a:t>変更を反映</a:t>
            </a:r>
            <a:endParaRPr dirty="0">
              <a:solidFill>
                <a:srgbClr val="1B2731"/>
              </a:solidFill>
              <a:latin typeface="Meiryo" panose="020B0604030504040204" pitchFamily="34" charset="-128"/>
              <a:ea typeface="Meiryo" panose="020B0604030504040204" pitchFamily="34" charset="-128"/>
              <a:cs typeface="Yu Gothic Medium"/>
            </a:endParaRPr>
          </a:p>
        </p:txBody>
      </p:sp>
      <p:grpSp>
        <p:nvGrpSpPr>
          <p:cNvPr id="27" name="object 27"/>
          <p:cNvGrpSpPr/>
          <p:nvPr/>
        </p:nvGrpSpPr>
        <p:grpSpPr>
          <a:xfrm>
            <a:off x="3455384" y="4811363"/>
            <a:ext cx="1864995" cy="641033"/>
            <a:chOff x="4607178" y="5272151"/>
            <a:chExt cx="2486660" cy="854710"/>
          </a:xfrm>
        </p:grpSpPr>
        <p:sp>
          <p:nvSpPr>
            <p:cNvPr id="28" name="object 28"/>
            <p:cNvSpPr/>
            <p:nvPr/>
          </p:nvSpPr>
          <p:spPr>
            <a:xfrm>
              <a:off x="4613528" y="5278501"/>
              <a:ext cx="2473960" cy="842010"/>
            </a:xfrm>
            <a:custGeom>
              <a:avLst/>
              <a:gdLst/>
              <a:ahLst/>
              <a:cxnLst/>
              <a:rect l="l" t="t" r="r" b="b"/>
              <a:pathLst>
                <a:path w="2473959" h="842010">
                  <a:moveTo>
                    <a:pt x="420750" y="0"/>
                  </a:moveTo>
                  <a:lnTo>
                    <a:pt x="0" y="420712"/>
                  </a:lnTo>
                  <a:lnTo>
                    <a:pt x="420750" y="841451"/>
                  </a:lnTo>
                  <a:lnTo>
                    <a:pt x="420750" y="631075"/>
                  </a:lnTo>
                  <a:lnTo>
                    <a:pt x="2473960" y="631075"/>
                  </a:lnTo>
                  <a:lnTo>
                    <a:pt x="2473960" y="210312"/>
                  </a:lnTo>
                  <a:lnTo>
                    <a:pt x="420750" y="210312"/>
                  </a:lnTo>
                  <a:lnTo>
                    <a:pt x="420750" y="0"/>
                  </a:lnTo>
                  <a:close/>
                </a:path>
              </a:pathLst>
            </a:custGeom>
            <a:solidFill>
              <a:srgbClr val="92D050"/>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29" name="object 29"/>
            <p:cNvSpPr/>
            <p:nvPr/>
          </p:nvSpPr>
          <p:spPr>
            <a:xfrm>
              <a:off x="4613528" y="5278501"/>
              <a:ext cx="2473960" cy="842010"/>
            </a:xfrm>
            <a:custGeom>
              <a:avLst/>
              <a:gdLst/>
              <a:ahLst/>
              <a:cxnLst/>
              <a:rect l="l" t="t" r="r" b="b"/>
              <a:pathLst>
                <a:path w="2473959" h="842010">
                  <a:moveTo>
                    <a:pt x="2473960" y="210312"/>
                  </a:moveTo>
                  <a:lnTo>
                    <a:pt x="420750" y="210312"/>
                  </a:lnTo>
                  <a:lnTo>
                    <a:pt x="420750" y="0"/>
                  </a:lnTo>
                  <a:lnTo>
                    <a:pt x="0" y="420712"/>
                  </a:lnTo>
                  <a:lnTo>
                    <a:pt x="420750" y="841451"/>
                  </a:lnTo>
                  <a:lnTo>
                    <a:pt x="420750" y="631075"/>
                  </a:lnTo>
                  <a:lnTo>
                    <a:pt x="2473960" y="631075"/>
                  </a:lnTo>
                  <a:lnTo>
                    <a:pt x="2473960" y="210312"/>
                  </a:lnTo>
                  <a:close/>
                </a:path>
              </a:pathLst>
            </a:custGeom>
            <a:ln w="12699">
              <a:solidFill>
                <a:srgbClr val="084A33"/>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grpSp>
      <p:grpSp>
        <p:nvGrpSpPr>
          <p:cNvPr id="49" name="グループ化 48">
            <a:extLst>
              <a:ext uri="{FF2B5EF4-FFF2-40B4-BE49-F238E27FC236}">
                <a16:creationId xmlns:a16="http://schemas.microsoft.com/office/drawing/2014/main" id="{9CA78293-AF2E-A501-B96B-E190AD8C5230}"/>
              </a:ext>
            </a:extLst>
          </p:cNvPr>
          <p:cNvGrpSpPr/>
          <p:nvPr/>
        </p:nvGrpSpPr>
        <p:grpSpPr>
          <a:xfrm>
            <a:off x="695031" y="1463737"/>
            <a:ext cx="2871788" cy="1755327"/>
            <a:chOff x="695031" y="1463737"/>
            <a:chExt cx="2871788" cy="1755327"/>
          </a:xfrm>
        </p:grpSpPr>
        <p:sp>
          <p:nvSpPr>
            <p:cNvPr id="8" name="object 8"/>
            <p:cNvSpPr/>
            <p:nvPr/>
          </p:nvSpPr>
          <p:spPr>
            <a:xfrm>
              <a:off x="695031" y="1615054"/>
              <a:ext cx="2871788" cy="1604010"/>
            </a:xfrm>
            <a:custGeom>
              <a:avLst/>
              <a:gdLst/>
              <a:ahLst/>
              <a:cxnLst/>
              <a:rect l="l" t="t" r="r" b="b"/>
              <a:pathLst>
                <a:path w="3829050" h="2138679">
                  <a:moveTo>
                    <a:pt x="0" y="2138680"/>
                  </a:moveTo>
                  <a:lnTo>
                    <a:pt x="3829050" y="2138680"/>
                  </a:lnTo>
                  <a:lnTo>
                    <a:pt x="3829050" y="0"/>
                  </a:lnTo>
                  <a:lnTo>
                    <a:pt x="0" y="0"/>
                  </a:lnTo>
                  <a:lnTo>
                    <a:pt x="0" y="2138680"/>
                  </a:lnTo>
                  <a:close/>
                </a:path>
              </a:pathLst>
            </a:custGeom>
            <a:ln w="76200">
              <a:solidFill>
                <a:srgbClr val="FFC000"/>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9" name="object 9"/>
            <p:cNvSpPr txBox="1"/>
            <p:nvPr/>
          </p:nvSpPr>
          <p:spPr>
            <a:xfrm>
              <a:off x="1343169" y="1463737"/>
              <a:ext cx="1529497" cy="286617"/>
            </a:xfrm>
            <a:prstGeom prst="rect">
              <a:avLst/>
            </a:prstGeom>
          </p:spPr>
          <p:txBody>
            <a:bodyPr vert="horz" wrap="square" lIns="0" tIns="9525" rIns="0" bIns="0" rtlCol="0">
              <a:spAutoFit/>
            </a:bodyPr>
            <a:lstStyle/>
            <a:p>
              <a:pPr marL="9525">
                <a:spcBef>
                  <a:spcPts val="75"/>
                </a:spcBef>
              </a:pPr>
              <a:r>
                <a:rPr dirty="0">
                  <a:solidFill>
                    <a:srgbClr val="1B2731"/>
                  </a:solidFill>
                  <a:latin typeface="Meiryo" panose="020B0604030504040204" pitchFamily="34" charset="-128"/>
                  <a:ea typeface="Meiryo" panose="020B0604030504040204" pitchFamily="34" charset="-128"/>
                  <a:cs typeface="Yu Gothic Medium"/>
                </a:rPr>
                <a:t>ユーザ</a:t>
              </a:r>
              <a:r>
                <a:rPr spc="-23" dirty="0">
                  <a:solidFill>
                    <a:srgbClr val="1B2731"/>
                  </a:solidFill>
                  <a:latin typeface="Meiryo" panose="020B0604030504040204" pitchFamily="34" charset="-128"/>
                  <a:ea typeface="Meiryo" panose="020B0604030504040204" pitchFamily="34" charset="-128"/>
                  <a:cs typeface="Yu Gothic Medium"/>
                </a:rPr>
                <a:t>A</a:t>
              </a:r>
              <a:r>
                <a:rPr dirty="0">
                  <a:solidFill>
                    <a:srgbClr val="1B2731"/>
                  </a:solidFill>
                  <a:latin typeface="Meiryo" panose="020B0604030504040204" pitchFamily="34" charset="-128"/>
                  <a:ea typeface="Meiryo" panose="020B0604030504040204" pitchFamily="34" charset="-128"/>
                  <a:cs typeface="Yu Gothic Medium"/>
                </a:rPr>
                <a:t>の</a:t>
              </a:r>
              <a:r>
                <a:rPr spc="-19" dirty="0">
                  <a:solidFill>
                    <a:srgbClr val="1B2731"/>
                  </a:solidFill>
                  <a:latin typeface="Meiryo" panose="020B0604030504040204" pitchFamily="34" charset="-128"/>
                  <a:ea typeface="Meiryo" panose="020B0604030504040204" pitchFamily="34" charset="-128"/>
                  <a:cs typeface="Yu Gothic Medium"/>
                </a:rPr>
                <a:t>PC</a:t>
              </a:r>
              <a:endParaRPr dirty="0">
                <a:solidFill>
                  <a:srgbClr val="1B2731"/>
                </a:solidFill>
                <a:latin typeface="Meiryo" panose="020B0604030504040204" pitchFamily="34" charset="-128"/>
                <a:ea typeface="Meiryo" panose="020B0604030504040204" pitchFamily="34" charset="-128"/>
                <a:cs typeface="Yu Gothic Medium"/>
              </a:endParaRPr>
            </a:p>
          </p:txBody>
        </p:sp>
        <p:grpSp>
          <p:nvGrpSpPr>
            <p:cNvPr id="10" name="object 10"/>
            <p:cNvGrpSpPr/>
            <p:nvPr/>
          </p:nvGrpSpPr>
          <p:grpSpPr>
            <a:xfrm>
              <a:off x="992963" y="2087697"/>
              <a:ext cx="2179796" cy="1028700"/>
              <a:chOff x="1541525" y="2174494"/>
              <a:chExt cx="2906395" cy="1371600"/>
            </a:xfrm>
          </p:grpSpPr>
          <p:sp>
            <p:nvSpPr>
              <p:cNvPr id="11" name="object 11"/>
              <p:cNvSpPr/>
              <p:nvPr/>
            </p:nvSpPr>
            <p:spPr>
              <a:xfrm>
                <a:off x="1541526" y="2861309"/>
                <a:ext cx="2906395" cy="685165"/>
              </a:xfrm>
              <a:custGeom>
                <a:avLst/>
                <a:gdLst/>
                <a:ahLst/>
                <a:cxnLst/>
                <a:rect l="l" t="t" r="r" b="b"/>
                <a:pathLst>
                  <a:path w="2906395" h="685164">
                    <a:moveTo>
                      <a:pt x="2906014" y="342265"/>
                    </a:moveTo>
                    <a:lnTo>
                      <a:pt x="2775343" y="266065"/>
                    </a:lnTo>
                    <a:lnTo>
                      <a:pt x="2335911" y="9779"/>
                    </a:lnTo>
                    <a:lnTo>
                      <a:pt x="2307298" y="0"/>
                    </a:lnTo>
                    <a:lnTo>
                      <a:pt x="2278164" y="1879"/>
                    </a:lnTo>
                    <a:lnTo>
                      <a:pt x="2251875" y="14566"/>
                    </a:lnTo>
                    <a:lnTo>
                      <a:pt x="2231771" y="37211"/>
                    </a:lnTo>
                    <a:lnTo>
                      <a:pt x="2221979" y="65824"/>
                    </a:lnTo>
                    <a:lnTo>
                      <a:pt x="2223859" y="94957"/>
                    </a:lnTo>
                    <a:lnTo>
                      <a:pt x="2236546" y="121246"/>
                    </a:lnTo>
                    <a:lnTo>
                      <a:pt x="2259203" y="141351"/>
                    </a:lnTo>
                    <a:lnTo>
                      <a:pt x="2472994" y="266065"/>
                    </a:lnTo>
                    <a:lnTo>
                      <a:pt x="1502956" y="266065"/>
                    </a:lnTo>
                    <a:lnTo>
                      <a:pt x="1482521" y="228320"/>
                    </a:lnTo>
                    <a:lnTo>
                      <a:pt x="1455508" y="195554"/>
                    </a:lnTo>
                    <a:lnTo>
                      <a:pt x="1422768" y="168516"/>
                    </a:lnTo>
                    <a:lnTo>
                      <a:pt x="1385189" y="148094"/>
                    </a:lnTo>
                    <a:lnTo>
                      <a:pt x="1343660" y="135191"/>
                    </a:lnTo>
                    <a:lnTo>
                      <a:pt x="1299083" y="130683"/>
                    </a:lnTo>
                    <a:lnTo>
                      <a:pt x="1254493" y="135191"/>
                    </a:lnTo>
                    <a:lnTo>
                      <a:pt x="1212951" y="148094"/>
                    </a:lnTo>
                    <a:lnTo>
                      <a:pt x="1175346" y="168516"/>
                    </a:lnTo>
                    <a:lnTo>
                      <a:pt x="1142580" y="195554"/>
                    </a:lnTo>
                    <a:lnTo>
                      <a:pt x="1115542" y="228320"/>
                    </a:lnTo>
                    <a:lnTo>
                      <a:pt x="1095121" y="265925"/>
                    </a:lnTo>
                    <a:lnTo>
                      <a:pt x="1095070" y="266065"/>
                    </a:lnTo>
                    <a:lnTo>
                      <a:pt x="786155" y="266065"/>
                    </a:lnTo>
                    <a:lnTo>
                      <a:pt x="762685" y="218579"/>
                    </a:lnTo>
                    <a:lnTo>
                      <a:pt x="735672" y="185839"/>
                    </a:lnTo>
                    <a:lnTo>
                      <a:pt x="702932" y="158826"/>
                    </a:lnTo>
                    <a:lnTo>
                      <a:pt x="665353" y="138430"/>
                    </a:lnTo>
                    <a:lnTo>
                      <a:pt x="623824" y="125526"/>
                    </a:lnTo>
                    <a:lnTo>
                      <a:pt x="579247" y="121031"/>
                    </a:lnTo>
                    <a:lnTo>
                      <a:pt x="534657" y="125526"/>
                    </a:lnTo>
                    <a:lnTo>
                      <a:pt x="493115" y="138430"/>
                    </a:lnTo>
                    <a:lnTo>
                      <a:pt x="455510" y="158826"/>
                    </a:lnTo>
                    <a:lnTo>
                      <a:pt x="422744" y="185839"/>
                    </a:lnTo>
                    <a:lnTo>
                      <a:pt x="395706" y="218579"/>
                    </a:lnTo>
                    <a:lnTo>
                      <a:pt x="375285" y="256159"/>
                    </a:lnTo>
                    <a:lnTo>
                      <a:pt x="372198" y="266065"/>
                    </a:lnTo>
                    <a:lnTo>
                      <a:pt x="76200" y="266065"/>
                    </a:lnTo>
                    <a:lnTo>
                      <a:pt x="46558" y="272072"/>
                    </a:lnTo>
                    <a:lnTo>
                      <a:pt x="22326" y="288404"/>
                    </a:lnTo>
                    <a:lnTo>
                      <a:pt x="5994" y="312635"/>
                    </a:lnTo>
                    <a:lnTo>
                      <a:pt x="0" y="342265"/>
                    </a:lnTo>
                    <a:lnTo>
                      <a:pt x="5994" y="371906"/>
                    </a:lnTo>
                    <a:lnTo>
                      <a:pt x="22326" y="396138"/>
                    </a:lnTo>
                    <a:lnTo>
                      <a:pt x="46558" y="412470"/>
                    </a:lnTo>
                    <a:lnTo>
                      <a:pt x="76200" y="418465"/>
                    </a:lnTo>
                    <a:lnTo>
                      <a:pt x="372198" y="418465"/>
                    </a:lnTo>
                    <a:lnTo>
                      <a:pt x="375285" y="428383"/>
                    </a:lnTo>
                    <a:lnTo>
                      <a:pt x="395706" y="465963"/>
                    </a:lnTo>
                    <a:lnTo>
                      <a:pt x="422744" y="498703"/>
                    </a:lnTo>
                    <a:lnTo>
                      <a:pt x="455510" y="525716"/>
                    </a:lnTo>
                    <a:lnTo>
                      <a:pt x="493115" y="546112"/>
                    </a:lnTo>
                    <a:lnTo>
                      <a:pt x="534657" y="559015"/>
                    </a:lnTo>
                    <a:lnTo>
                      <a:pt x="579247" y="563499"/>
                    </a:lnTo>
                    <a:lnTo>
                      <a:pt x="623824" y="559015"/>
                    </a:lnTo>
                    <a:lnTo>
                      <a:pt x="665353" y="546112"/>
                    </a:lnTo>
                    <a:lnTo>
                      <a:pt x="702932" y="525716"/>
                    </a:lnTo>
                    <a:lnTo>
                      <a:pt x="735672" y="498703"/>
                    </a:lnTo>
                    <a:lnTo>
                      <a:pt x="762685" y="465963"/>
                    </a:lnTo>
                    <a:lnTo>
                      <a:pt x="783082" y="428383"/>
                    </a:lnTo>
                    <a:lnTo>
                      <a:pt x="786155" y="418465"/>
                    </a:lnTo>
                    <a:lnTo>
                      <a:pt x="1088999" y="418465"/>
                    </a:lnTo>
                    <a:lnTo>
                      <a:pt x="1115542" y="475742"/>
                    </a:lnTo>
                    <a:lnTo>
                      <a:pt x="1142580" y="508482"/>
                    </a:lnTo>
                    <a:lnTo>
                      <a:pt x="1175346" y="535495"/>
                    </a:lnTo>
                    <a:lnTo>
                      <a:pt x="1212951" y="555891"/>
                    </a:lnTo>
                    <a:lnTo>
                      <a:pt x="1254493" y="568794"/>
                    </a:lnTo>
                    <a:lnTo>
                      <a:pt x="1299083" y="573278"/>
                    </a:lnTo>
                    <a:lnTo>
                      <a:pt x="1343660" y="568794"/>
                    </a:lnTo>
                    <a:lnTo>
                      <a:pt x="1385189" y="555891"/>
                    </a:lnTo>
                    <a:lnTo>
                      <a:pt x="1422768" y="535495"/>
                    </a:lnTo>
                    <a:lnTo>
                      <a:pt x="1455508" y="508482"/>
                    </a:lnTo>
                    <a:lnTo>
                      <a:pt x="1482521" y="475742"/>
                    </a:lnTo>
                    <a:lnTo>
                      <a:pt x="1502918" y="438162"/>
                    </a:lnTo>
                    <a:lnTo>
                      <a:pt x="1509026" y="418465"/>
                    </a:lnTo>
                    <a:lnTo>
                      <a:pt x="2472994" y="418465"/>
                    </a:lnTo>
                    <a:lnTo>
                      <a:pt x="2259203" y="543179"/>
                    </a:lnTo>
                    <a:lnTo>
                      <a:pt x="2236546" y="563295"/>
                    </a:lnTo>
                    <a:lnTo>
                      <a:pt x="2223859" y="589584"/>
                    </a:lnTo>
                    <a:lnTo>
                      <a:pt x="2221979" y="618718"/>
                    </a:lnTo>
                    <a:lnTo>
                      <a:pt x="2231771" y="647319"/>
                    </a:lnTo>
                    <a:lnTo>
                      <a:pt x="2251875" y="669975"/>
                    </a:lnTo>
                    <a:lnTo>
                      <a:pt x="2278164" y="682663"/>
                    </a:lnTo>
                    <a:lnTo>
                      <a:pt x="2307298" y="684542"/>
                    </a:lnTo>
                    <a:lnTo>
                      <a:pt x="2335911" y="674751"/>
                    </a:lnTo>
                    <a:lnTo>
                      <a:pt x="2775343" y="418465"/>
                    </a:lnTo>
                    <a:lnTo>
                      <a:pt x="2906014" y="342265"/>
                    </a:lnTo>
                    <a:close/>
                  </a:path>
                </a:pathLst>
              </a:custGeom>
              <a:solidFill>
                <a:srgbClr val="20B782"/>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12" name="object 12"/>
              <p:cNvSpPr/>
              <p:nvPr/>
            </p:nvSpPr>
            <p:spPr>
              <a:xfrm>
                <a:off x="3344290" y="2991993"/>
                <a:ext cx="442595" cy="442595"/>
              </a:xfrm>
              <a:custGeom>
                <a:avLst/>
                <a:gdLst/>
                <a:ahLst/>
                <a:cxnLst/>
                <a:rect l="l" t="t" r="r" b="b"/>
                <a:pathLst>
                  <a:path w="442595" h="442595">
                    <a:moveTo>
                      <a:pt x="221361" y="0"/>
                    </a:moveTo>
                    <a:lnTo>
                      <a:pt x="176735" y="4500"/>
                    </a:lnTo>
                    <a:lnTo>
                      <a:pt x="135177" y="17406"/>
                    </a:lnTo>
                    <a:lnTo>
                      <a:pt x="97575" y="37826"/>
                    </a:lnTo>
                    <a:lnTo>
                      <a:pt x="64817" y="64865"/>
                    </a:lnTo>
                    <a:lnTo>
                      <a:pt x="37792" y="97631"/>
                    </a:lnTo>
                    <a:lnTo>
                      <a:pt x="17389" y="135231"/>
                    </a:lnTo>
                    <a:lnTo>
                      <a:pt x="4495" y="176772"/>
                    </a:lnTo>
                    <a:lnTo>
                      <a:pt x="0" y="221361"/>
                    </a:lnTo>
                    <a:lnTo>
                      <a:pt x="4495" y="265944"/>
                    </a:lnTo>
                    <a:lnTo>
                      <a:pt x="17389" y="307470"/>
                    </a:lnTo>
                    <a:lnTo>
                      <a:pt x="37792" y="345050"/>
                    </a:lnTo>
                    <a:lnTo>
                      <a:pt x="64817" y="377793"/>
                    </a:lnTo>
                    <a:lnTo>
                      <a:pt x="97575" y="404809"/>
                    </a:lnTo>
                    <a:lnTo>
                      <a:pt x="135177" y="425207"/>
                    </a:lnTo>
                    <a:lnTo>
                      <a:pt x="176735" y="438099"/>
                    </a:lnTo>
                    <a:lnTo>
                      <a:pt x="221361" y="442595"/>
                    </a:lnTo>
                    <a:lnTo>
                      <a:pt x="265944" y="438099"/>
                    </a:lnTo>
                    <a:lnTo>
                      <a:pt x="307470" y="425207"/>
                    </a:lnTo>
                    <a:lnTo>
                      <a:pt x="345050" y="404809"/>
                    </a:lnTo>
                    <a:lnTo>
                      <a:pt x="377793" y="377793"/>
                    </a:lnTo>
                    <a:lnTo>
                      <a:pt x="404809" y="345050"/>
                    </a:lnTo>
                    <a:lnTo>
                      <a:pt x="425207" y="307470"/>
                    </a:lnTo>
                    <a:lnTo>
                      <a:pt x="438099" y="265944"/>
                    </a:lnTo>
                    <a:lnTo>
                      <a:pt x="442595" y="221361"/>
                    </a:lnTo>
                    <a:lnTo>
                      <a:pt x="438099" y="176772"/>
                    </a:lnTo>
                    <a:lnTo>
                      <a:pt x="425207" y="135231"/>
                    </a:lnTo>
                    <a:lnTo>
                      <a:pt x="404809" y="97631"/>
                    </a:lnTo>
                    <a:lnTo>
                      <a:pt x="377793" y="64865"/>
                    </a:lnTo>
                    <a:lnTo>
                      <a:pt x="345050" y="37826"/>
                    </a:lnTo>
                    <a:lnTo>
                      <a:pt x="307470" y="17406"/>
                    </a:lnTo>
                    <a:lnTo>
                      <a:pt x="265944" y="4500"/>
                    </a:lnTo>
                    <a:lnTo>
                      <a:pt x="221361" y="0"/>
                    </a:lnTo>
                    <a:close/>
                  </a:path>
                </a:pathLst>
              </a:custGeom>
              <a:solidFill>
                <a:srgbClr val="FFC000"/>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13" name="object 13"/>
              <p:cNvSpPr/>
              <p:nvPr/>
            </p:nvSpPr>
            <p:spPr>
              <a:xfrm>
                <a:off x="3161411" y="2193544"/>
                <a:ext cx="1177290" cy="754380"/>
              </a:xfrm>
              <a:custGeom>
                <a:avLst/>
                <a:gdLst/>
                <a:ahLst/>
                <a:cxnLst/>
                <a:rect l="l" t="t" r="r" b="b"/>
                <a:pathLst>
                  <a:path w="1177289" h="754380">
                    <a:moveTo>
                      <a:pt x="0" y="111759"/>
                    </a:moveTo>
                    <a:lnTo>
                      <a:pt x="8782" y="68258"/>
                    </a:lnTo>
                    <a:lnTo>
                      <a:pt x="32734" y="32734"/>
                    </a:lnTo>
                    <a:lnTo>
                      <a:pt x="68258" y="8782"/>
                    </a:lnTo>
                    <a:lnTo>
                      <a:pt x="111760" y="0"/>
                    </a:lnTo>
                    <a:lnTo>
                      <a:pt x="196087" y="0"/>
                    </a:lnTo>
                    <a:lnTo>
                      <a:pt x="490347" y="0"/>
                    </a:lnTo>
                    <a:lnTo>
                      <a:pt x="1065149" y="0"/>
                    </a:lnTo>
                    <a:lnTo>
                      <a:pt x="1108650" y="8782"/>
                    </a:lnTo>
                    <a:lnTo>
                      <a:pt x="1144174" y="32734"/>
                    </a:lnTo>
                    <a:lnTo>
                      <a:pt x="1168126" y="68258"/>
                    </a:lnTo>
                    <a:lnTo>
                      <a:pt x="1176909" y="111759"/>
                    </a:lnTo>
                    <a:lnTo>
                      <a:pt x="1176909" y="391159"/>
                    </a:lnTo>
                    <a:lnTo>
                      <a:pt x="1176909" y="558800"/>
                    </a:lnTo>
                    <a:lnTo>
                      <a:pt x="1168126" y="602301"/>
                    </a:lnTo>
                    <a:lnTo>
                      <a:pt x="1144174" y="637825"/>
                    </a:lnTo>
                    <a:lnTo>
                      <a:pt x="1108650" y="661777"/>
                    </a:lnTo>
                    <a:lnTo>
                      <a:pt x="1065149" y="670559"/>
                    </a:lnTo>
                    <a:lnTo>
                      <a:pt x="490347" y="670559"/>
                    </a:lnTo>
                    <a:lnTo>
                      <a:pt x="343280" y="754379"/>
                    </a:lnTo>
                    <a:lnTo>
                      <a:pt x="196087" y="670559"/>
                    </a:lnTo>
                    <a:lnTo>
                      <a:pt x="111760" y="670559"/>
                    </a:lnTo>
                    <a:lnTo>
                      <a:pt x="68258" y="661777"/>
                    </a:lnTo>
                    <a:lnTo>
                      <a:pt x="32734" y="637825"/>
                    </a:lnTo>
                    <a:lnTo>
                      <a:pt x="8782" y="602301"/>
                    </a:lnTo>
                    <a:lnTo>
                      <a:pt x="0" y="558800"/>
                    </a:lnTo>
                    <a:lnTo>
                      <a:pt x="0" y="391159"/>
                    </a:lnTo>
                    <a:lnTo>
                      <a:pt x="0" y="111759"/>
                    </a:lnTo>
                    <a:close/>
                  </a:path>
                </a:pathLst>
              </a:custGeom>
              <a:ln w="38100">
                <a:solidFill>
                  <a:srgbClr val="00AF50"/>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grpSp>
        <p:sp>
          <p:nvSpPr>
            <p:cNvPr id="14" name="object 14"/>
            <p:cNvSpPr txBox="1"/>
            <p:nvPr/>
          </p:nvSpPr>
          <p:spPr>
            <a:xfrm>
              <a:off x="826467" y="1727722"/>
              <a:ext cx="2175510" cy="352500"/>
            </a:xfrm>
            <a:prstGeom prst="rect">
              <a:avLst/>
            </a:prstGeom>
          </p:spPr>
          <p:txBody>
            <a:bodyPr vert="horz" wrap="square" lIns="0" tIns="105251" rIns="0" bIns="0" rtlCol="0">
              <a:spAutoFit/>
            </a:bodyPr>
            <a:lstStyle/>
            <a:p>
              <a:pPr marL="9525">
                <a:spcBef>
                  <a:spcPts val="829"/>
                </a:spcBef>
              </a:pPr>
              <a:r>
                <a:rPr sz="1600" spc="-11" dirty="0" err="1">
                  <a:solidFill>
                    <a:srgbClr val="1B2731"/>
                  </a:solidFill>
                  <a:latin typeface="Meiryo" panose="020B0604030504040204" pitchFamily="34" charset="-128"/>
                  <a:ea typeface="Meiryo" panose="020B0604030504040204" pitchFamily="34" charset="-128"/>
                  <a:cs typeface="Yu Gothic Medium"/>
                </a:rPr>
                <a:t>ローカルリポジトリ</a:t>
              </a:r>
              <a:endParaRPr sz="1600" dirty="0">
                <a:solidFill>
                  <a:srgbClr val="1B2731"/>
                </a:solidFill>
                <a:latin typeface="Meiryo" panose="020B0604030504040204" pitchFamily="34" charset="-128"/>
                <a:ea typeface="Meiryo" panose="020B0604030504040204" pitchFamily="34" charset="-128"/>
                <a:cs typeface="Yu Gothic Medium"/>
              </a:endParaRPr>
            </a:p>
          </p:txBody>
        </p:sp>
        <p:sp>
          <p:nvSpPr>
            <p:cNvPr id="33" name="テキスト ボックス 32">
              <a:extLst>
                <a:ext uri="{FF2B5EF4-FFF2-40B4-BE49-F238E27FC236}">
                  <a16:creationId xmlns:a16="http://schemas.microsoft.com/office/drawing/2014/main" id="{EA1477F7-B05D-68EE-B7FA-26099432DDD8}"/>
                </a:ext>
              </a:extLst>
            </p:cNvPr>
            <p:cNvSpPr txBox="1"/>
            <p:nvPr/>
          </p:nvSpPr>
          <p:spPr>
            <a:xfrm>
              <a:off x="2225577" y="2119218"/>
              <a:ext cx="902811" cy="523220"/>
            </a:xfrm>
            <a:prstGeom prst="rect">
              <a:avLst/>
            </a:prstGeom>
            <a:noFill/>
          </p:spPr>
          <p:txBody>
            <a:bodyPr wrap="none" rtlCol="0">
              <a:spAutoFit/>
            </a:bodyPr>
            <a:lstStyle/>
            <a:p>
              <a:r>
                <a:rPr kumimoji="1" lang="ja-JP" altLang="en-US" sz="1400">
                  <a:solidFill>
                    <a:srgbClr val="1B2731"/>
                  </a:solidFill>
                  <a:latin typeface="Meiryo" panose="020B0604030504040204" pitchFamily="34" charset="-128"/>
                  <a:ea typeface="Meiryo" panose="020B0604030504040204" pitchFamily="34" charset="-128"/>
                </a:rPr>
                <a:t>新しい</a:t>
              </a:r>
              <a:endParaRPr kumimoji="1" lang="en-US" altLang="ja-JP" sz="1400" dirty="0">
                <a:solidFill>
                  <a:srgbClr val="1B2731"/>
                </a:solidFill>
                <a:latin typeface="Meiryo" panose="020B0604030504040204" pitchFamily="34" charset="-128"/>
                <a:ea typeface="Meiryo" panose="020B0604030504040204" pitchFamily="34" charset="-128"/>
              </a:endParaRPr>
            </a:p>
            <a:p>
              <a:r>
                <a:rPr kumimoji="1" lang="ja-JP" altLang="en-US" sz="1400">
                  <a:solidFill>
                    <a:srgbClr val="1B2731"/>
                  </a:solidFill>
                  <a:latin typeface="Meiryo" panose="020B0604030504040204" pitchFamily="34" charset="-128"/>
                  <a:ea typeface="Meiryo" panose="020B0604030504040204" pitchFamily="34" charset="-128"/>
                </a:rPr>
                <a:t>コミット</a:t>
              </a:r>
            </a:p>
          </p:txBody>
        </p:sp>
      </p:grpSp>
      <p:sp>
        <p:nvSpPr>
          <p:cNvPr id="31" name="Slide Number Placeholder 5">
            <a:extLst>
              <a:ext uri="{FF2B5EF4-FFF2-40B4-BE49-F238E27FC236}">
                <a16:creationId xmlns:a16="http://schemas.microsoft.com/office/drawing/2014/main" id="{58A6C8CE-4E42-EBA6-E2FB-5B3C25F87129}"/>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13</a:t>
            </a:fld>
            <a:endParaRPr kumimoji="1" lang="ja-JP" altLang="en-US">
              <a:solidFill>
                <a:srgbClr val="1B2731"/>
              </a:solidFill>
            </a:endParaRPr>
          </a:p>
        </p:txBody>
      </p:sp>
      <p:sp>
        <p:nvSpPr>
          <p:cNvPr id="35" name="object 7">
            <a:extLst>
              <a:ext uri="{FF2B5EF4-FFF2-40B4-BE49-F238E27FC236}">
                <a16:creationId xmlns:a16="http://schemas.microsoft.com/office/drawing/2014/main" id="{85D566A8-F8E7-4178-45A6-9FB1818EDEC0}"/>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94">
                <a:solidFill>
                  <a:srgbClr val="1B2731"/>
                </a:solidFill>
                <a:latin typeface="Meiryo" panose="020B0604030504040204" pitchFamily="34" charset="-128"/>
              </a:rPr>
              <a:t>プッシュ・プル</a:t>
            </a:r>
            <a:endParaRPr lang="ja-JP" altLang="en-US" sz="3600" dirty="0">
              <a:solidFill>
                <a:srgbClr val="1B2731"/>
              </a:solidFill>
              <a:latin typeface="Meiryo" panose="020B0604030504040204" pitchFamily="34" charset="-128"/>
            </a:endParaRPr>
          </a:p>
        </p:txBody>
      </p:sp>
      <p:sp>
        <p:nvSpPr>
          <p:cNvPr id="36" name="テキスト ボックス 35">
            <a:extLst>
              <a:ext uri="{FF2B5EF4-FFF2-40B4-BE49-F238E27FC236}">
                <a16:creationId xmlns:a16="http://schemas.microsoft.com/office/drawing/2014/main" id="{13B3ABE4-0967-E6DB-65D1-762CDD9C223B}"/>
              </a:ext>
            </a:extLst>
          </p:cNvPr>
          <p:cNvSpPr txBox="1"/>
          <p:nvPr/>
        </p:nvSpPr>
        <p:spPr>
          <a:xfrm>
            <a:off x="3785576" y="2607525"/>
            <a:ext cx="1441420" cy="461665"/>
          </a:xfrm>
          <a:prstGeom prst="rect">
            <a:avLst/>
          </a:prstGeom>
          <a:noFill/>
        </p:spPr>
        <p:txBody>
          <a:bodyPr wrap="none" rtlCol="0">
            <a:spAutoFit/>
          </a:bodyPr>
          <a:lstStyle/>
          <a:p>
            <a:r>
              <a:rPr kumimoji="1" lang="ja-JP" altLang="en-US" sz="2400" b="1">
                <a:solidFill>
                  <a:srgbClr val="FF0000"/>
                </a:solidFill>
              </a:rPr>
              <a:t>プッシュ</a:t>
            </a:r>
          </a:p>
        </p:txBody>
      </p:sp>
      <p:sp>
        <p:nvSpPr>
          <p:cNvPr id="37" name="テキスト ボックス 36">
            <a:extLst>
              <a:ext uri="{FF2B5EF4-FFF2-40B4-BE49-F238E27FC236}">
                <a16:creationId xmlns:a16="http://schemas.microsoft.com/office/drawing/2014/main" id="{BB4CFF2C-61CF-FE46-BF30-D2DFB384F69C}"/>
              </a:ext>
            </a:extLst>
          </p:cNvPr>
          <p:cNvSpPr txBox="1"/>
          <p:nvPr/>
        </p:nvSpPr>
        <p:spPr>
          <a:xfrm>
            <a:off x="4049047" y="4500289"/>
            <a:ext cx="813043" cy="461665"/>
          </a:xfrm>
          <a:prstGeom prst="rect">
            <a:avLst/>
          </a:prstGeom>
          <a:noFill/>
        </p:spPr>
        <p:txBody>
          <a:bodyPr wrap="none" rtlCol="0">
            <a:spAutoFit/>
          </a:bodyPr>
          <a:lstStyle/>
          <a:p>
            <a:r>
              <a:rPr kumimoji="1" lang="ja-JP" altLang="en-US" sz="2400" b="1">
                <a:solidFill>
                  <a:srgbClr val="FF0000"/>
                </a:solidFill>
              </a:rPr>
              <a:t>プル</a:t>
            </a:r>
          </a:p>
        </p:txBody>
      </p:sp>
      <p:sp>
        <p:nvSpPr>
          <p:cNvPr id="38" name="テキスト ボックス 37">
            <a:extLst>
              <a:ext uri="{FF2B5EF4-FFF2-40B4-BE49-F238E27FC236}">
                <a16:creationId xmlns:a16="http://schemas.microsoft.com/office/drawing/2014/main" id="{98F3F788-E0E3-381E-A976-AC91C777F1F9}"/>
              </a:ext>
            </a:extLst>
          </p:cNvPr>
          <p:cNvSpPr txBox="1"/>
          <p:nvPr/>
        </p:nvSpPr>
        <p:spPr>
          <a:xfrm>
            <a:off x="4199953" y="4963264"/>
            <a:ext cx="569387" cy="369332"/>
          </a:xfrm>
          <a:prstGeom prst="rect">
            <a:avLst/>
          </a:prstGeom>
          <a:noFill/>
        </p:spPr>
        <p:txBody>
          <a:bodyPr wrap="none" rtlCol="0">
            <a:spAutoFit/>
          </a:bodyPr>
          <a:lstStyle/>
          <a:p>
            <a:r>
              <a:rPr kumimoji="1" lang="en-US" altLang="ja-JP" dirty="0"/>
              <a:t>Pull</a:t>
            </a:r>
            <a:endParaRPr kumimoji="1" lang="ja-JP" altLang="en-US"/>
          </a:p>
        </p:txBody>
      </p:sp>
      <p:sp>
        <p:nvSpPr>
          <p:cNvPr id="39" name="テキスト ボックス 38">
            <a:extLst>
              <a:ext uri="{FF2B5EF4-FFF2-40B4-BE49-F238E27FC236}">
                <a16:creationId xmlns:a16="http://schemas.microsoft.com/office/drawing/2014/main" id="{B5A4AF05-2CCB-837D-FA1D-B0E11FC8EFD5}"/>
              </a:ext>
            </a:extLst>
          </p:cNvPr>
          <p:cNvSpPr txBox="1"/>
          <p:nvPr/>
        </p:nvSpPr>
        <p:spPr>
          <a:xfrm rot="1415269">
            <a:off x="3994319" y="3181494"/>
            <a:ext cx="710451" cy="369332"/>
          </a:xfrm>
          <a:prstGeom prst="rect">
            <a:avLst/>
          </a:prstGeom>
          <a:noFill/>
        </p:spPr>
        <p:txBody>
          <a:bodyPr wrap="none" rtlCol="0">
            <a:spAutoFit/>
          </a:bodyPr>
          <a:lstStyle/>
          <a:p>
            <a:r>
              <a:rPr kumimoji="1" lang="en-US" altLang="ja-JP" dirty="0"/>
              <a:t>Push</a:t>
            </a:r>
            <a:endParaRPr kumimoji="1" lang="ja-JP" altLang="en-US"/>
          </a:p>
        </p:txBody>
      </p:sp>
      <p:grpSp>
        <p:nvGrpSpPr>
          <p:cNvPr id="48" name="グループ化 47">
            <a:extLst>
              <a:ext uri="{FF2B5EF4-FFF2-40B4-BE49-F238E27FC236}">
                <a16:creationId xmlns:a16="http://schemas.microsoft.com/office/drawing/2014/main" id="{4DDA45AC-7D97-25A2-89C9-603B90918952}"/>
              </a:ext>
            </a:extLst>
          </p:cNvPr>
          <p:cNvGrpSpPr/>
          <p:nvPr/>
        </p:nvGrpSpPr>
        <p:grpSpPr>
          <a:xfrm>
            <a:off x="703597" y="3829265"/>
            <a:ext cx="2871788" cy="1755327"/>
            <a:chOff x="703597" y="3829265"/>
            <a:chExt cx="2871788" cy="1755327"/>
          </a:xfrm>
        </p:grpSpPr>
        <p:sp>
          <p:nvSpPr>
            <p:cNvPr id="40" name="object 8">
              <a:extLst>
                <a:ext uri="{FF2B5EF4-FFF2-40B4-BE49-F238E27FC236}">
                  <a16:creationId xmlns:a16="http://schemas.microsoft.com/office/drawing/2014/main" id="{72B6006C-27BF-EAF3-2229-9731D28C407B}"/>
                </a:ext>
              </a:extLst>
            </p:cNvPr>
            <p:cNvSpPr/>
            <p:nvPr/>
          </p:nvSpPr>
          <p:spPr>
            <a:xfrm>
              <a:off x="703597" y="3980582"/>
              <a:ext cx="2871788" cy="1604010"/>
            </a:xfrm>
            <a:custGeom>
              <a:avLst/>
              <a:gdLst/>
              <a:ahLst/>
              <a:cxnLst/>
              <a:rect l="l" t="t" r="r" b="b"/>
              <a:pathLst>
                <a:path w="3829050" h="2138679">
                  <a:moveTo>
                    <a:pt x="0" y="2138680"/>
                  </a:moveTo>
                  <a:lnTo>
                    <a:pt x="3829050" y="2138680"/>
                  </a:lnTo>
                  <a:lnTo>
                    <a:pt x="3829050" y="0"/>
                  </a:lnTo>
                  <a:lnTo>
                    <a:pt x="0" y="0"/>
                  </a:lnTo>
                  <a:lnTo>
                    <a:pt x="0" y="2138680"/>
                  </a:lnTo>
                  <a:close/>
                </a:path>
              </a:pathLst>
            </a:custGeom>
            <a:ln w="76200">
              <a:solidFill>
                <a:srgbClr val="FFC000"/>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41" name="object 9">
              <a:extLst>
                <a:ext uri="{FF2B5EF4-FFF2-40B4-BE49-F238E27FC236}">
                  <a16:creationId xmlns:a16="http://schemas.microsoft.com/office/drawing/2014/main" id="{B48A6D8D-AC2C-36A4-3395-91825084281C}"/>
                </a:ext>
              </a:extLst>
            </p:cNvPr>
            <p:cNvSpPr txBox="1"/>
            <p:nvPr/>
          </p:nvSpPr>
          <p:spPr>
            <a:xfrm>
              <a:off x="1351735" y="3829265"/>
              <a:ext cx="1529497" cy="286617"/>
            </a:xfrm>
            <a:prstGeom prst="rect">
              <a:avLst/>
            </a:prstGeom>
          </p:spPr>
          <p:txBody>
            <a:bodyPr vert="horz" wrap="square" lIns="0" tIns="9525" rIns="0" bIns="0" rtlCol="0">
              <a:spAutoFit/>
            </a:bodyPr>
            <a:lstStyle/>
            <a:p>
              <a:pPr marL="9525">
                <a:spcBef>
                  <a:spcPts val="75"/>
                </a:spcBef>
              </a:pPr>
              <a:r>
                <a:rPr dirty="0" err="1">
                  <a:solidFill>
                    <a:srgbClr val="1B2731"/>
                  </a:solidFill>
                  <a:latin typeface="Meiryo" panose="020B0604030504040204" pitchFamily="34" charset="-128"/>
                  <a:ea typeface="Meiryo" panose="020B0604030504040204" pitchFamily="34" charset="-128"/>
                  <a:cs typeface="Yu Gothic Medium"/>
                </a:rPr>
                <a:t>ユーザ</a:t>
              </a:r>
              <a:r>
                <a:rPr lang="en-US" spc="-23" dirty="0" err="1">
                  <a:solidFill>
                    <a:srgbClr val="1B2731"/>
                  </a:solidFill>
                  <a:latin typeface="Meiryo" panose="020B0604030504040204" pitchFamily="34" charset="-128"/>
                  <a:ea typeface="Meiryo" panose="020B0604030504040204" pitchFamily="34" charset="-128"/>
                  <a:cs typeface="Yu Gothic Medium"/>
                </a:rPr>
                <a:t>B</a:t>
              </a:r>
              <a:r>
                <a:rPr dirty="0" err="1">
                  <a:solidFill>
                    <a:srgbClr val="1B2731"/>
                  </a:solidFill>
                  <a:latin typeface="Meiryo" panose="020B0604030504040204" pitchFamily="34" charset="-128"/>
                  <a:ea typeface="Meiryo" panose="020B0604030504040204" pitchFamily="34" charset="-128"/>
                  <a:cs typeface="Yu Gothic Medium"/>
                </a:rPr>
                <a:t>の</a:t>
              </a:r>
              <a:r>
                <a:rPr spc="-19" dirty="0" err="1">
                  <a:solidFill>
                    <a:srgbClr val="1B2731"/>
                  </a:solidFill>
                  <a:latin typeface="Meiryo" panose="020B0604030504040204" pitchFamily="34" charset="-128"/>
                  <a:ea typeface="Meiryo" panose="020B0604030504040204" pitchFamily="34" charset="-128"/>
                  <a:cs typeface="Yu Gothic Medium"/>
                </a:rPr>
                <a:t>PC</a:t>
              </a:r>
              <a:endParaRPr dirty="0">
                <a:solidFill>
                  <a:srgbClr val="1B2731"/>
                </a:solidFill>
                <a:latin typeface="Meiryo" panose="020B0604030504040204" pitchFamily="34" charset="-128"/>
                <a:ea typeface="Meiryo" panose="020B0604030504040204" pitchFamily="34" charset="-128"/>
                <a:cs typeface="Yu Gothic Medium"/>
              </a:endParaRPr>
            </a:p>
          </p:txBody>
        </p:sp>
        <p:grpSp>
          <p:nvGrpSpPr>
            <p:cNvPr id="42" name="object 10">
              <a:extLst>
                <a:ext uri="{FF2B5EF4-FFF2-40B4-BE49-F238E27FC236}">
                  <a16:creationId xmlns:a16="http://schemas.microsoft.com/office/drawing/2014/main" id="{2E2C321E-A4A4-2CC8-C517-74F019552B77}"/>
                </a:ext>
              </a:extLst>
            </p:cNvPr>
            <p:cNvGrpSpPr/>
            <p:nvPr/>
          </p:nvGrpSpPr>
          <p:grpSpPr>
            <a:xfrm>
              <a:off x="1001529" y="4453225"/>
              <a:ext cx="2179796" cy="1028700"/>
              <a:chOff x="1541525" y="2174494"/>
              <a:chExt cx="2906395" cy="1371600"/>
            </a:xfrm>
          </p:grpSpPr>
          <p:sp>
            <p:nvSpPr>
              <p:cNvPr id="43" name="object 11">
                <a:extLst>
                  <a:ext uri="{FF2B5EF4-FFF2-40B4-BE49-F238E27FC236}">
                    <a16:creationId xmlns:a16="http://schemas.microsoft.com/office/drawing/2014/main" id="{0111B05B-CF31-3E7D-50C5-E72AE1C31502}"/>
                  </a:ext>
                </a:extLst>
              </p:cNvPr>
              <p:cNvSpPr/>
              <p:nvPr/>
            </p:nvSpPr>
            <p:spPr>
              <a:xfrm>
                <a:off x="1541526" y="2861309"/>
                <a:ext cx="2906395" cy="685165"/>
              </a:xfrm>
              <a:custGeom>
                <a:avLst/>
                <a:gdLst/>
                <a:ahLst/>
                <a:cxnLst/>
                <a:rect l="l" t="t" r="r" b="b"/>
                <a:pathLst>
                  <a:path w="2906395" h="685164">
                    <a:moveTo>
                      <a:pt x="2906014" y="342265"/>
                    </a:moveTo>
                    <a:lnTo>
                      <a:pt x="2775343" y="266065"/>
                    </a:lnTo>
                    <a:lnTo>
                      <a:pt x="2335911" y="9779"/>
                    </a:lnTo>
                    <a:lnTo>
                      <a:pt x="2307298" y="0"/>
                    </a:lnTo>
                    <a:lnTo>
                      <a:pt x="2278164" y="1879"/>
                    </a:lnTo>
                    <a:lnTo>
                      <a:pt x="2251875" y="14566"/>
                    </a:lnTo>
                    <a:lnTo>
                      <a:pt x="2231771" y="37211"/>
                    </a:lnTo>
                    <a:lnTo>
                      <a:pt x="2221979" y="65824"/>
                    </a:lnTo>
                    <a:lnTo>
                      <a:pt x="2223859" y="94957"/>
                    </a:lnTo>
                    <a:lnTo>
                      <a:pt x="2236546" y="121246"/>
                    </a:lnTo>
                    <a:lnTo>
                      <a:pt x="2259203" y="141351"/>
                    </a:lnTo>
                    <a:lnTo>
                      <a:pt x="2472994" y="266065"/>
                    </a:lnTo>
                    <a:lnTo>
                      <a:pt x="1502956" y="266065"/>
                    </a:lnTo>
                    <a:lnTo>
                      <a:pt x="1482521" y="228320"/>
                    </a:lnTo>
                    <a:lnTo>
                      <a:pt x="1455508" y="195554"/>
                    </a:lnTo>
                    <a:lnTo>
                      <a:pt x="1422768" y="168516"/>
                    </a:lnTo>
                    <a:lnTo>
                      <a:pt x="1385189" y="148094"/>
                    </a:lnTo>
                    <a:lnTo>
                      <a:pt x="1343660" y="135191"/>
                    </a:lnTo>
                    <a:lnTo>
                      <a:pt x="1299083" y="130683"/>
                    </a:lnTo>
                    <a:lnTo>
                      <a:pt x="1254493" y="135191"/>
                    </a:lnTo>
                    <a:lnTo>
                      <a:pt x="1212951" y="148094"/>
                    </a:lnTo>
                    <a:lnTo>
                      <a:pt x="1175346" y="168516"/>
                    </a:lnTo>
                    <a:lnTo>
                      <a:pt x="1142580" y="195554"/>
                    </a:lnTo>
                    <a:lnTo>
                      <a:pt x="1115542" y="228320"/>
                    </a:lnTo>
                    <a:lnTo>
                      <a:pt x="1095121" y="265925"/>
                    </a:lnTo>
                    <a:lnTo>
                      <a:pt x="1095070" y="266065"/>
                    </a:lnTo>
                    <a:lnTo>
                      <a:pt x="786155" y="266065"/>
                    </a:lnTo>
                    <a:lnTo>
                      <a:pt x="762685" y="218579"/>
                    </a:lnTo>
                    <a:lnTo>
                      <a:pt x="735672" y="185839"/>
                    </a:lnTo>
                    <a:lnTo>
                      <a:pt x="702932" y="158826"/>
                    </a:lnTo>
                    <a:lnTo>
                      <a:pt x="665353" y="138430"/>
                    </a:lnTo>
                    <a:lnTo>
                      <a:pt x="623824" y="125526"/>
                    </a:lnTo>
                    <a:lnTo>
                      <a:pt x="579247" y="121031"/>
                    </a:lnTo>
                    <a:lnTo>
                      <a:pt x="534657" y="125526"/>
                    </a:lnTo>
                    <a:lnTo>
                      <a:pt x="493115" y="138430"/>
                    </a:lnTo>
                    <a:lnTo>
                      <a:pt x="455510" y="158826"/>
                    </a:lnTo>
                    <a:lnTo>
                      <a:pt x="422744" y="185839"/>
                    </a:lnTo>
                    <a:lnTo>
                      <a:pt x="395706" y="218579"/>
                    </a:lnTo>
                    <a:lnTo>
                      <a:pt x="375285" y="256159"/>
                    </a:lnTo>
                    <a:lnTo>
                      <a:pt x="372198" y="266065"/>
                    </a:lnTo>
                    <a:lnTo>
                      <a:pt x="76200" y="266065"/>
                    </a:lnTo>
                    <a:lnTo>
                      <a:pt x="46558" y="272072"/>
                    </a:lnTo>
                    <a:lnTo>
                      <a:pt x="22326" y="288404"/>
                    </a:lnTo>
                    <a:lnTo>
                      <a:pt x="5994" y="312635"/>
                    </a:lnTo>
                    <a:lnTo>
                      <a:pt x="0" y="342265"/>
                    </a:lnTo>
                    <a:lnTo>
                      <a:pt x="5994" y="371906"/>
                    </a:lnTo>
                    <a:lnTo>
                      <a:pt x="22326" y="396138"/>
                    </a:lnTo>
                    <a:lnTo>
                      <a:pt x="46558" y="412470"/>
                    </a:lnTo>
                    <a:lnTo>
                      <a:pt x="76200" y="418465"/>
                    </a:lnTo>
                    <a:lnTo>
                      <a:pt x="372198" y="418465"/>
                    </a:lnTo>
                    <a:lnTo>
                      <a:pt x="375285" y="428383"/>
                    </a:lnTo>
                    <a:lnTo>
                      <a:pt x="395706" y="465963"/>
                    </a:lnTo>
                    <a:lnTo>
                      <a:pt x="422744" y="498703"/>
                    </a:lnTo>
                    <a:lnTo>
                      <a:pt x="455510" y="525716"/>
                    </a:lnTo>
                    <a:lnTo>
                      <a:pt x="493115" y="546112"/>
                    </a:lnTo>
                    <a:lnTo>
                      <a:pt x="534657" y="559015"/>
                    </a:lnTo>
                    <a:lnTo>
                      <a:pt x="579247" y="563499"/>
                    </a:lnTo>
                    <a:lnTo>
                      <a:pt x="623824" y="559015"/>
                    </a:lnTo>
                    <a:lnTo>
                      <a:pt x="665353" y="546112"/>
                    </a:lnTo>
                    <a:lnTo>
                      <a:pt x="702932" y="525716"/>
                    </a:lnTo>
                    <a:lnTo>
                      <a:pt x="735672" y="498703"/>
                    </a:lnTo>
                    <a:lnTo>
                      <a:pt x="762685" y="465963"/>
                    </a:lnTo>
                    <a:lnTo>
                      <a:pt x="783082" y="428383"/>
                    </a:lnTo>
                    <a:lnTo>
                      <a:pt x="786155" y="418465"/>
                    </a:lnTo>
                    <a:lnTo>
                      <a:pt x="1088999" y="418465"/>
                    </a:lnTo>
                    <a:lnTo>
                      <a:pt x="1115542" y="475742"/>
                    </a:lnTo>
                    <a:lnTo>
                      <a:pt x="1142580" y="508482"/>
                    </a:lnTo>
                    <a:lnTo>
                      <a:pt x="1175346" y="535495"/>
                    </a:lnTo>
                    <a:lnTo>
                      <a:pt x="1212951" y="555891"/>
                    </a:lnTo>
                    <a:lnTo>
                      <a:pt x="1254493" y="568794"/>
                    </a:lnTo>
                    <a:lnTo>
                      <a:pt x="1299083" y="573278"/>
                    </a:lnTo>
                    <a:lnTo>
                      <a:pt x="1343660" y="568794"/>
                    </a:lnTo>
                    <a:lnTo>
                      <a:pt x="1385189" y="555891"/>
                    </a:lnTo>
                    <a:lnTo>
                      <a:pt x="1422768" y="535495"/>
                    </a:lnTo>
                    <a:lnTo>
                      <a:pt x="1455508" y="508482"/>
                    </a:lnTo>
                    <a:lnTo>
                      <a:pt x="1482521" y="475742"/>
                    </a:lnTo>
                    <a:lnTo>
                      <a:pt x="1502918" y="438162"/>
                    </a:lnTo>
                    <a:lnTo>
                      <a:pt x="1509026" y="418465"/>
                    </a:lnTo>
                    <a:lnTo>
                      <a:pt x="2472994" y="418465"/>
                    </a:lnTo>
                    <a:lnTo>
                      <a:pt x="2259203" y="543179"/>
                    </a:lnTo>
                    <a:lnTo>
                      <a:pt x="2236546" y="563295"/>
                    </a:lnTo>
                    <a:lnTo>
                      <a:pt x="2223859" y="589584"/>
                    </a:lnTo>
                    <a:lnTo>
                      <a:pt x="2221979" y="618718"/>
                    </a:lnTo>
                    <a:lnTo>
                      <a:pt x="2231771" y="647319"/>
                    </a:lnTo>
                    <a:lnTo>
                      <a:pt x="2251875" y="669975"/>
                    </a:lnTo>
                    <a:lnTo>
                      <a:pt x="2278164" y="682663"/>
                    </a:lnTo>
                    <a:lnTo>
                      <a:pt x="2307298" y="684542"/>
                    </a:lnTo>
                    <a:lnTo>
                      <a:pt x="2335911" y="674751"/>
                    </a:lnTo>
                    <a:lnTo>
                      <a:pt x="2775343" y="418465"/>
                    </a:lnTo>
                    <a:lnTo>
                      <a:pt x="2906014" y="342265"/>
                    </a:lnTo>
                    <a:close/>
                  </a:path>
                </a:pathLst>
              </a:custGeom>
              <a:solidFill>
                <a:srgbClr val="20B782"/>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44" name="object 12">
                <a:extLst>
                  <a:ext uri="{FF2B5EF4-FFF2-40B4-BE49-F238E27FC236}">
                    <a16:creationId xmlns:a16="http://schemas.microsoft.com/office/drawing/2014/main" id="{E1355AC9-018A-2DA3-CD1D-64BE8198C195}"/>
                  </a:ext>
                </a:extLst>
              </p:cNvPr>
              <p:cNvSpPr/>
              <p:nvPr/>
            </p:nvSpPr>
            <p:spPr>
              <a:xfrm>
                <a:off x="3344290" y="2991993"/>
                <a:ext cx="442595" cy="442595"/>
              </a:xfrm>
              <a:custGeom>
                <a:avLst/>
                <a:gdLst/>
                <a:ahLst/>
                <a:cxnLst/>
                <a:rect l="l" t="t" r="r" b="b"/>
                <a:pathLst>
                  <a:path w="442595" h="442595">
                    <a:moveTo>
                      <a:pt x="221361" y="0"/>
                    </a:moveTo>
                    <a:lnTo>
                      <a:pt x="176735" y="4500"/>
                    </a:lnTo>
                    <a:lnTo>
                      <a:pt x="135177" y="17406"/>
                    </a:lnTo>
                    <a:lnTo>
                      <a:pt x="97575" y="37826"/>
                    </a:lnTo>
                    <a:lnTo>
                      <a:pt x="64817" y="64865"/>
                    </a:lnTo>
                    <a:lnTo>
                      <a:pt x="37792" y="97631"/>
                    </a:lnTo>
                    <a:lnTo>
                      <a:pt x="17389" y="135231"/>
                    </a:lnTo>
                    <a:lnTo>
                      <a:pt x="4495" y="176772"/>
                    </a:lnTo>
                    <a:lnTo>
                      <a:pt x="0" y="221361"/>
                    </a:lnTo>
                    <a:lnTo>
                      <a:pt x="4495" y="265944"/>
                    </a:lnTo>
                    <a:lnTo>
                      <a:pt x="17389" y="307470"/>
                    </a:lnTo>
                    <a:lnTo>
                      <a:pt x="37792" y="345050"/>
                    </a:lnTo>
                    <a:lnTo>
                      <a:pt x="64817" y="377793"/>
                    </a:lnTo>
                    <a:lnTo>
                      <a:pt x="97575" y="404809"/>
                    </a:lnTo>
                    <a:lnTo>
                      <a:pt x="135177" y="425207"/>
                    </a:lnTo>
                    <a:lnTo>
                      <a:pt x="176735" y="438099"/>
                    </a:lnTo>
                    <a:lnTo>
                      <a:pt x="221361" y="442595"/>
                    </a:lnTo>
                    <a:lnTo>
                      <a:pt x="265944" y="438099"/>
                    </a:lnTo>
                    <a:lnTo>
                      <a:pt x="307470" y="425207"/>
                    </a:lnTo>
                    <a:lnTo>
                      <a:pt x="345050" y="404809"/>
                    </a:lnTo>
                    <a:lnTo>
                      <a:pt x="377793" y="377793"/>
                    </a:lnTo>
                    <a:lnTo>
                      <a:pt x="404809" y="345050"/>
                    </a:lnTo>
                    <a:lnTo>
                      <a:pt x="425207" y="307470"/>
                    </a:lnTo>
                    <a:lnTo>
                      <a:pt x="438099" y="265944"/>
                    </a:lnTo>
                    <a:lnTo>
                      <a:pt x="442595" y="221361"/>
                    </a:lnTo>
                    <a:lnTo>
                      <a:pt x="438099" y="176772"/>
                    </a:lnTo>
                    <a:lnTo>
                      <a:pt x="425207" y="135231"/>
                    </a:lnTo>
                    <a:lnTo>
                      <a:pt x="404809" y="97631"/>
                    </a:lnTo>
                    <a:lnTo>
                      <a:pt x="377793" y="64865"/>
                    </a:lnTo>
                    <a:lnTo>
                      <a:pt x="345050" y="37826"/>
                    </a:lnTo>
                    <a:lnTo>
                      <a:pt x="307470" y="17406"/>
                    </a:lnTo>
                    <a:lnTo>
                      <a:pt x="265944" y="4500"/>
                    </a:lnTo>
                    <a:lnTo>
                      <a:pt x="221361" y="0"/>
                    </a:lnTo>
                    <a:close/>
                  </a:path>
                </a:pathLst>
              </a:custGeom>
              <a:solidFill>
                <a:srgbClr val="FFC000"/>
              </a:solidFill>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sp>
            <p:nvSpPr>
              <p:cNvPr id="45" name="object 13">
                <a:extLst>
                  <a:ext uri="{FF2B5EF4-FFF2-40B4-BE49-F238E27FC236}">
                    <a16:creationId xmlns:a16="http://schemas.microsoft.com/office/drawing/2014/main" id="{258F36CB-E078-B0EC-E4BF-483A8E7BADC4}"/>
                  </a:ext>
                </a:extLst>
              </p:cNvPr>
              <p:cNvSpPr/>
              <p:nvPr/>
            </p:nvSpPr>
            <p:spPr>
              <a:xfrm>
                <a:off x="3161411" y="2193544"/>
                <a:ext cx="1177290" cy="754380"/>
              </a:xfrm>
              <a:custGeom>
                <a:avLst/>
                <a:gdLst/>
                <a:ahLst/>
                <a:cxnLst/>
                <a:rect l="l" t="t" r="r" b="b"/>
                <a:pathLst>
                  <a:path w="1177289" h="754380">
                    <a:moveTo>
                      <a:pt x="0" y="111759"/>
                    </a:moveTo>
                    <a:lnTo>
                      <a:pt x="8782" y="68258"/>
                    </a:lnTo>
                    <a:lnTo>
                      <a:pt x="32734" y="32734"/>
                    </a:lnTo>
                    <a:lnTo>
                      <a:pt x="68258" y="8782"/>
                    </a:lnTo>
                    <a:lnTo>
                      <a:pt x="111760" y="0"/>
                    </a:lnTo>
                    <a:lnTo>
                      <a:pt x="196087" y="0"/>
                    </a:lnTo>
                    <a:lnTo>
                      <a:pt x="490347" y="0"/>
                    </a:lnTo>
                    <a:lnTo>
                      <a:pt x="1065149" y="0"/>
                    </a:lnTo>
                    <a:lnTo>
                      <a:pt x="1108650" y="8782"/>
                    </a:lnTo>
                    <a:lnTo>
                      <a:pt x="1144174" y="32734"/>
                    </a:lnTo>
                    <a:lnTo>
                      <a:pt x="1168126" y="68258"/>
                    </a:lnTo>
                    <a:lnTo>
                      <a:pt x="1176909" y="111759"/>
                    </a:lnTo>
                    <a:lnTo>
                      <a:pt x="1176909" y="391159"/>
                    </a:lnTo>
                    <a:lnTo>
                      <a:pt x="1176909" y="558800"/>
                    </a:lnTo>
                    <a:lnTo>
                      <a:pt x="1168126" y="602301"/>
                    </a:lnTo>
                    <a:lnTo>
                      <a:pt x="1144174" y="637825"/>
                    </a:lnTo>
                    <a:lnTo>
                      <a:pt x="1108650" y="661777"/>
                    </a:lnTo>
                    <a:lnTo>
                      <a:pt x="1065149" y="670559"/>
                    </a:lnTo>
                    <a:lnTo>
                      <a:pt x="490347" y="670559"/>
                    </a:lnTo>
                    <a:lnTo>
                      <a:pt x="343280" y="754379"/>
                    </a:lnTo>
                    <a:lnTo>
                      <a:pt x="196087" y="670559"/>
                    </a:lnTo>
                    <a:lnTo>
                      <a:pt x="111760" y="670559"/>
                    </a:lnTo>
                    <a:lnTo>
                      <a:pt x="68258" y="661777"/>
                    </a:lnTo>
                    <a:lnTo>
                      <a:pt x="32734" y="637825"/>
                    </a:lnTo>
                    <a:lnTo>
                      <a:pt x="8782" y="602301"/>
                    </a:lnTo>
                    <a:lnTo>
                      <a:pt x="0" y="558800"/>
                    </a:lnTo>
                    <a:lnTo>
                      <a:pt x="0" y="391159"/>
                    </a:lnTo>
                    <a:lnTo>
                      <a:pt x="0" y="111759"/>
                    </a:lnTo>
                    <a:close/>
                  </a:path>
                </a:pathLst>
              </a:custGeom>
              <a:ln w="38100">
                <a:solidFill>
                  <a:srgbClr val="00AF50"/>
                </a:solidFill>
              </a:ln>
            </p:spPr>
            <p:txBody>
              <a:bodyPr wrap="square" lIns="0" tIns="0" rIns="0" bIns="0" rtlCol="0"/>
              <a:lstStyle/>
              <a:p>
                <a:endParaRPr sz="2400">
                  <a:solidFill>
                    <a:srgbClr val="1B2731"/>
                  </a:solidFill>
                  <a:latin typeface="Meiryo" panose="020B0604030504040204" pitchFamily="34" charset="-128"/>
                  <a:ea typeface="Meiryo" panose="020B0604030504040204" pitchFamily="34" charset="-128"/>
                </a:endParaRPr>
              </a:p>
            </p:txBody>
          </p:sp>
        </p:grpSp>
        <p:sp>
          <p:nvSpPr>
            <p:cNvPr id="46" name="object 14">
              <a:extLst>
                <a:ext uri="{FF2B5EF4-FFF2-40B4-BE49-F238E27FC236}">
                  <a16:creationId xmlns:a16="http://schemas.microsoft.com/office/drawing/2014/main" id="{5B2BC5B9-1346-82CD-6D63-A4B4261C78D8}"/>
                </a:ext>
              </a:extLst>
            </p:cNvPr>
            <p:cNvSpPr txBox="1"/>
            <p:nvPr/>
          </p:nvSpPr>
          <p:spPr>
            <a:xfrm>
              <a:off x="835033" y="4093250"/>
              <a:ext cx="2175510" cy="352500"/>
            </a:xfrm>
            <a:prstGeom prst="rect">
              <a:avLst/>
            </a:prstGeom>
          </p:spPr>
          <p:txBody>
            <a:bodyPr vert="horz" wrap="square" lIns="0" tIns="105251" rIns="0" bIns="0" rtlCol="0">
              <a:spAutoFit/>
            </a:bodyPr>
            <a:lstStyle/>
            <a:p>
              <a:pPr marL="9525">
                <a:spcBef>
                  <a:spcPts val="829"/>
                </a:spcBef>
              </a:pPr>
              <a:r>
                <a:rPr sz="1600" spc="-11" dirty="0" err="1">
                  <a:solidFill>
                    <a:srgbClr val="1B2731"/>
                  </a:solidFill>
                  <a:latin typeface="Meiryo" panose="020B0604030504040204" pitchFamily="34" charset="-128"/>
                  <a:ea typeface="Meiryo" panose="020B0604030504040204" pitchFamily="34" charset="-128"/>
                  <a:cs typeface="Yu Gothic Medium"/>
                </a:rPr>
                <a:t>ローカルリポジトリ</a:t>
              </a:r>
              <a:endParaRPr sz="1600" dirty="0">
                <a:solidFill>
                  <a:srgbClr val="1B2731"/>
                </a:solidFill>
                <a:latin typeface="Meiryo" panose="020B0604030504040204" pitchFamily="34" charset="-128"/>
                <a:ea typeface="Meiryo" panose="020B0604030504040204" pitchFamily="34" charset="-128"/>
                <a:cs typeface="Yu Gothic Medium"/>
              </a:endParaRPr>
            </a:p>
          </p:txBody>
        </p:sp>
        <p:sp>
          <p:nvSpPr>
            <p:cNvPr id="47" name="テキスト ボックス 46">
              <a:extLst>
                <a:ext uri="{FF2B5EF4-FFF2-40B4-BE49-F238E27FC236}">
                  <a16:creationId xmlns:a16="http://schemas.microsoft.com/office/drawing/2014/main" id="{2734DE97-8FB2-7102-98E0-8EBB1AAE2352}"/>
                </a:ext>
              </a:extLst>
            </p:cNvPr>
            <p:cNvSpPr txBox="1"/>
            <p:nvPr/>
          </p:nvSpPr>
          <p:spPr>
            <a:xfrm>
              <a:off x="2234143" y="4484746"/>
              <a:ext cx="902811" cy="523220"/>
            </a:xfrm>
            <a:prstGeom prst="rect">
              <a:avLst/>
            </a:prstGeom>
            <a:noFill/>
          </p:spPr>
          <p:txBody>
            <a:bodyPr wrap="none" rtlCol="0">
              <a:spAutoFit/>
            </a:bodyPr>
            <a:lstStyle/>
            <a:p>
              <a:r>
                <a:rPr kumimoji="1" lang="ja-JP" altLang="en-US" sz="1400">
                  <a:solidFill>
                    <a:srgbClr val="1B2731"/>
                  </a:solidFill>
                  <a:latin typeface="Meiryo" panose="020B0604030504040204" pitchFamily="34" charset="-128"/>
                  <a:ea typeface="Meiryo" panose="020B0604030504040204" pitchFamily="34" charset="-128"/>
                </a:rPr>
                <a:t>新しい</a:t>
              </a:r>
              <a:endParaRPr kumimoji="1" lang="en-US" altLang="ja-JP" sz="1400" dirty="0">
                <a:solidFill>
                  <a:srgbClr val="1B2731"/>
                </a:solidFill>
                <a:latin typeface="Meiryo" panose="020B0604030504040204" pitchFamily="34" charset="-128"/>
                <a:ea typeface="Meiryo" panose="020B0604030504040204" pitchFamily="34" charset="-128"/>
              </a:endParaRPr>
            </a:p>
            <a:p>
              <a:r>
                <a:rPr kumimoji="1" lang="ja-JP" altLang="en-US" sz="1400">
                  <a:solidFill>
                    <a:srgbClr val="1B2731"/>
                  </a:solidFill>
                  <a:latin typeface="Meiryo" panose="020B0604030504040204" pitchFamily="34" charset="-128"/>
                  <a:ea typeface="Meiryo" panose="020B0604030504040204" pitchFamily="34" charset="-128"/>
                </a:rPr>
                <a:t>コミット</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角丸四角形 33">
            <a:extLst>
              <a:ext uri="{FF2B5EF4-FFF2-40B4-BE49-F238E27FC236}">
                <a16:creationId xmlns:a16="http://schemas.microsoft.com/office/drawing/2014/main" id="{CC893641-C31A-DBDF-7F64-F62825AF3D24}"/>
              </a:ext>
            </a:extLst>
          </p:cNvPr>
          <p:cNvSpPr/>
          <p:nvPr/>
        </p:nvSpPr>
        <p:spPr>
          <a:xfrm>
            <a:off x="5431097" y="4363817"/>
            <a:ext cx="3408102" cy="1065372"/>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角丸四角形 32">
            <a:extLst>
              <a:ext uri="{FF2B5EF4-FFF2-40B4-BE49-F238E27FC236}">
                <a16:creationId xmlns:a16="http://schemas.microsoft.com/office/drawing/2014/main" id="{491C6963-7E1A-2861-A8B7-BEA7870C8134}"/>
              </a:ext>
            </a:extLst>
          </p:cNvPr>
          <p:cNvSpPr/>
          <p:nvPr/>
        </p:nvSpPr>
        <p:spPr>
          <a:xfrm>
            <a:off x="5601026" y="1256363"/>
            <a:ext cx="3240501" cy="1309276"/>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object 2"/>
          <p:cNvSpPr/>
          <p:nvPr/>
        </p:nvSpPr>
        <p:spPr>
          <a:xfrm>
            <a:off x="5468969" y="2423541"/>
            <a:ext cx="531971" cy="988219"/>
          </a:xfrm>
          <a:custGeom>
            <a:avLst/>
            <a:gdLst/>
            <a:ahLst/>
            <a:cxnLst/>
            <a:rect l="l" t="t" r="r" b="b"/>
            <a:pathLst>
              <a:path w="709295" h="1317625">
                <a:moveTo>
                  <a:pt x="709295" y="1317116"/>
                </a:moveTo>
                <a:lnTo>
                  <a:pt x="0" y="0"/>
                </a:lnTo>
              </a:path>
            </a:pathLst>
          </a:custGeom>
          <a:ln w="152400">
            <a:solidFill>
              <a:srgbClr val="FFC00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3" name="object 3"/>
          <p:cNvSpPr/>
          <p:nvPr/>
        </p:nvSpPr>
        <p:spPr>
          <a:xfrm>
            <a:off x="4311682" y="3906679"/>
            <a:ext cx="602933" cy="1065371"/>
          </a:xfrm>
          <a:custGeom>
            <a:avLst/>
            <a:gdLst/>
            <a:ahLst/>
            <a:cxnLst/>
            <a:rect l="l" t="t" r="r" b="b"/>
            <a:pathLst>
              <a:path w="803909" h="1420495">
                <a:moveTo>
                  <a:pt x="803656" y="0"/>
                </a:moveTo>
                <a:lnTo>
                  <a:pt x="0" y="1420495"/>
                </a:lnTo>
              </a:path>
            </a:pathLst>
          </a:custGeom>
          <a:ln w="1524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4" name="object 4"/>
          <p:cNvSpPr/>
          <p:nvPr/>
        </p:nvSpPr>
        <p:spPr>
          <a:xfrm>
            <a:off x="2178844" y="3924300"/>
            <a:ext cx="838200" cy="1047750"/>
          </a:xfrm>
          <a:custGeom>
            <a:avLst/>
            <a:gdLst/>
            <a:ahLst/>
            <a:cxnLst/>
            <a:rect l="l" t="t" r="r" b="b"/>
            <a:pathLst>
              <a:path w="1117600" h="1397000">
                <a:moveTo>
                  <a:pt x="0" y="0"/>
                </a:moveTo>
                <a:lnTo>
                  <a:pt x="1117600" y="1397000"/>
                </a:lnTo>
              </a:path>
            </a:pathLst>
          </a:custGeom>
          <a:ln w="1524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nvGrpSpPr>
          <p:cNvPr id="5" name="object 5"/>
          <p:cNvGrpSpPr/>
          <p:nvPr/>
        </p:nvGrpSpPr>
        <p:grpSpPr>
          <a:xfrm>
            <a:off x="1350646" y="2150745"/>
            <a:ext cx="6386036" cy="1773555"/>
            <a:chOff x="1800860" y="1724660"/>
            <a:chExt cx="8514715" cy="2364740"/>
          </a:xfrm>
        </p:grpSpPr>
        <p:sp>
          <p:nvSpPr>
            <p:cNvPr id="6" name="object 6"/>
            <p:cNvSpPr/>
            <p:nvPr/>
          </p:nvSpPr>
          <p:spPr>
            <a:xfrm>
              <a:off x="2905125" y="2042160"/>
              <a:ext cx="4381500" cy="1397000"/>
            </a:xfrm>
            <a:custGeom>
              <a:avLst/>
              <a:gdLst/>
              <a:ahLst/>
              <a:cxnLst/>
              <a:rect l="l" t="t" r="r" b="b"/>
              <a:pathLst>
                <a:path w="4381500" h="1397000">
                  <a:moveTo>
                    <a:pt x="0" y="1397000"/>
                  </a:moveTo>
                  <a:lnTo>
                    <a:pt x="1117600" y="0"/>
                  </a:lnTo>
                </a:path>
                <a:path w="4381500" h="1397000">
                  <a:moveTo>
                    <a:pt x="1117600" y="0"/>
                  </a:moveTo>
                  <a:lnTo>
                    <a:pt x="4381500" y="20827"/>
                  </a:lnTo>
                </a:path>
              </a:pathLst>
            </a:custGeom>
            <a:ln w="152400">
              <a:solidFill>
                <a:srgbClr val="FFC00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7" name="object 7"/>
            <p:cNvSpPr/>
            <p:nvPr/>
          </p:nvSpPr>
          <p:spPr>
            <a:xfrm>
              <a:off x="4555617" y="1724659"/>
              <a:ext cx="2327275" cy="673100"/>
            </a:xfrm>
            <a:custGeom>
              <a:avLst/>
              <a:gdLst/>
              <a:ahLst/>
              <a:cxnLst/>
              <a:rect l="l" t="t" r="r" b="b"/>
              <a:pathLst>
                <a:path w="2327275" h="673100">
                  <a:moveTo>
                    <a:pt x="660400" y="342900"/>
                  </a:moveTo>
                  <a:lnTo>
                    <a:pt x="656818" y="294106"/>
                  </a:lnTo>
                  <a:lnTo>
                    <a:pt x="646417" y="247535"/>
                  </a:lnTo>
                  <a:lnTo>
                    <a:pt x="629704" y="203695"/>
                  </a:lnTo>
                  <a:lnTo>
                    <a:pt x="607199" y="163106"/>
                  </a:lnTo>
                  <a:lnTo>
                    <a:pt x="579399" y="126263"/>
                  </a:lnTo>
                  <a:lnTo>
                    <a:pt x="546836" y="93700"/>
                  </a:lnTo>
                  <a:lnTo>
                    <a:pt x="509993" y="65900"/>
                  </a:lnTo>
                  <a:lnTo>
                    <a:pt x="469404" y="43395"/>
                  </a:lnTo>
                  <a:lnTo>
                    <a:pt x="425564" y="26682"/>
                  </a:lnTo>
                  <a:lnTo>
                    <a:pt x="378993" y="16281"/>
                  </a:lnTo>
                  <a:lnTo>
                    <a:pt x="330200" y="12700"/>
                  </a:lnTo>
                  <a:lnTo>
                    <a:pt x="281393" y="16281"/>
                  </a:lnTo>
                  <a:lnTo>
                    <a:pt x="234823" y="26682"/>
                  </a:lnTo>
                  <a:lnTo>
                    <a:pt x="190982" y="43395"/>
                  </a:lnTo>
                  <a:lnTo>
                    <a:pt x="150393" y="65900"/>
                  </a:lnTo>
                  <a:lnTo>
                    <a:pt x="113550" y="93700"/>
                  </a:lnTo>
                  <a:lnTo>
                    <a:pt x="80987" y="126263"/>
                  </a:lnTo>
                  <a:lnTo>
                    <a:pt x="53187" y="163106"/>
                  </a:lnTo>
                  <a:lnTo>
                    <a:pt x="30683" y="203695"/>
                  </a:lnTo>
                  <a:lnTo>
                    <a:pt x="13970" y="247535"/>
                  </a:lnTo>
                  <a:lnTo>
                    <a:pt x="3568" y="294106"/>
                  </a:lnTo>
                  <a:lnTo>
                    <a:pt x="0" y="342900"/>
                  </a:lnTo>
                  <a:lnTo>
                    <a:pt x="3568" y="391706"/>
                  </a:lnTo>
                  <a:lnTo>
                    <a:pt x="13970" y="438277"/>
                  </a:lnTo>
                  <a:lnTo>
                    <a:pt x="30683" y="482117"/>
                  </a:lnTo>
                  <a:lnTo>
                    <a:pt x="53187" y="522706"/>
                  </a:lnTo>
                  <a:lnTo>
                    <a:pt x="80987" y="559549"/>
                  </a:lnTo>
                  <a:lnTo>
                    <a:pt x="113550" y="592112"/>
                  </a:lnTo>
                  <a:lnTo>
                    <a:pt x="150393" y="619912"/>
                  </a:lnTo>
                  <a:lnTo>
                    <a:pt x="190982" y="642416"/>
                  </a:lnTo>
                  <a:lnTo>
                    <a:pt x="234823" y="659130"/>
                  </a:lnTo>
                  <a:lnTo>
                    <a:pt x="281393" y="669531"/>
                  </a:lnTo>
                  <a:lnTo>
                    <a:pt x="330200" y="673100"/>
                  </a:lnTo>
                  <a:lnTo>
                    <a:pt x="378993" y="669531"/>
                  </a:lnTo>
                  <a:lnTo>
                    <a:pt x="425564" y="659130"/>
                  </a:lnTo>
                  <a:lnTo>
                    <a:pt x="469404" y="642416"/>
                  </a:lnTo>
                  <a:lnTo>
                    <a:pt x="509993" y="619912"/>
                  </a:lnTo>
                  <a:lnTo>
                    <a:pt x="546836" y="592112"/>
                  </a:lnTo>
                  <a:lnTo>
                    <a:pt x="579399" y="559549"/>
                  </a:lnTo>
                  <a:lnTo>
                    <a:pt x="607199" y="522706"/>
                  </a:lnTo>
                  <a:lnTo>
                    <a:pt x="629704" y="482117"/>
                  </a:lnTo>
                  <a:lnTo>
                    <a:pt x="646417" y="438277"/>
                  </a:lnTo>
                  <a:lnTo>
                    <a:pt x="656818" y="391706"/>
                  </a:lnTo>
                  <a:lnTo>
                    <a:pt x="660400" y="342900"/>
                  </a:lnTo>
                  <a:close/>
                </a:path>
                <a:path w="2327275" h="673100">
                  <a:moveTo>
                    <a:pt x="2327148" y="330200"/>
                  </a:moveTo>
                  <a:lnTo>
                    <a:pt x="2323566" y="281406"/>
                  </a:lnTo>
                  <a:lnTo>
                    <a:pt x="2313165" y="234835"/>
                  </a:lnTo>
                  <a:lnTo>
                    <a:pt x="2296452" y="190995"/>
                  </a:lnTo>
                  <a:lnTo>
                    <a:pt x="2273947" y="150406"/>
                  </a:lnTo>
                  <a:lnTo>
                    <a:pt x="2246147" y="113563"/>
                  </a:lnTo>
                  <a:lnTo>
                    <a:pt x="2213584" y="81000"/>
                  </a:lnTo>
                  <a:lnTo>
                    <a:pt x="2176742" y="53200"/>
                  </a:lnTo>
                  <a:lnTo>
                    <a:pt x="2136152" y="30695"/>
                  </a:lnTo>
                  <a:lnTo>
                    <a:pt x="2092312" y="13982"/>
                  </a:lnTo>
                  <a:lnTo>
                    <a:pt x="2045741" y="3581"/>
                  </a:lnTo>
                  <a:lnTo>
                    <a:pt x="1996948" y="0"/>
                  </a:lnTo>
                  <a:lnTo>
                    <a:pt x="1948141" y="3581"/>
                  </a:lnTo>
                  <a:lnTo>
                    <a:pt x="1901571" y="13982"/>
                  </a:lnTo>
                  <a:lnTo>
                    <a:pt x="1857730" y="30695"/>
                  </a:lnTo>
                  <a:lnTo>
                    <a:pt x="1817141" y="53200"/>
                  </a:lnTo>
                  <a:lnTo>
                    <a:pt x="1780298" y="81000"/>
                  </a:lnTo>
                  <a:lnTo>
                    <a:pt x="1747735" y="113563"/>
                  </a:lnTo>
                  <a:lnTo>
                    <a:pt x="1719935" y="150406"/>
                  </a:lnTo>
                  <a:lnTo>
                    <a:pt x="1697431" y="190995"/>
                  </a:lnTo>
                  <a:lnTo>
                    <a:pt x="1680718" y="234835"/>
                  </a:lnTo>
                  <a:lnTo>
                    <a:pt x="1670316" y="281406"/>
                  </a:lnTo>
                  <a:lnTo>
                    <a:pt x="1666748" y="330200"/>
                  </a:lnTo>
                  <a:lnTo>
                    <a:pt x="1670316" y="379006"/>
                  </a:lnTo>
                  <a:lnTo>
                    <a:pt x="1680718" y="425577"/>
                  </a:lnTo>
                  <a:lnTo>
                    <a:pt x="1697431" y="469417"/>
                  </a:lnTo>
                  <a:lnTo>
                    <a:pt x="1719935" y="510006"/>
                  </a:lnTo>
                  <a:lnTo>
                    <a:pt x="1747735" y="546849"/>
                  </a:lnTo>
                  <a:lnTo>
                    <a:pt x="1780298" y="579412"/>
                  </a:lnTo>
                  <a:lnTo>
                    <a:pt x="1817141" y="607212"/>
                  </a:lnTo>
                  <a:lnTo>
                    <a:pt x="1857730" y="629716"/>
                  </a:lnTo>
                  <a:lnTo>
                    <a:pt x="1901571" y="646430"/>
                  </a:lnTo>
                  <a:lnTo>
                    <a:pt x="1948141" y="656831"/>
                  </a:lnTo>
                  <a:lnTo>
                    <a:pt x="1996948" y="660400"/>
                  </a:lnTo>
                  <a:lnTo>
                    <a:pt x="2045741" y="656831"/>
                  </a:lnTo>
                  <a:lnTo>
                    <a:pt x="2092312" y="646430"/>
                  </a:lnTo>
                  <a:lnTo>
                    <a:pt x="2136152" y="629716"/>
                  </a:lnTo>
                  <a:lnTo>
                    <a:pt x="2176742" y="607212"/>
                  </a:lnTo>
                  <a:lnTo>
                    <a:pt x="2213584" y="579412"/>
                  </a:lnTo>
                  <a:lnTo>
                    <a:pt x="2246147" y="546849"/>
                  </a:lnTo>
                  <a:lnTo>
                    <a:pt x="2273947" y="510006"/>
                  </a:lnTo>
                  <a:lnTo>
                    <a:pt x="2296452" y="469417"/>
                  </a:lnTo>
                  <a:lnTo>
                    <a:pt x="2313165" y="425577"/>
                  </a:lnTo>
                  <a:lnTo>
                    <a:pt x="2323566" y="379006"/>
                  </a:lnTo>
                  <a:lnTo>
                    <a:pt x="2327148" y="330200"/>
                  </a:lnTo>
                  <a:close/>
                </a:path>
              </a:pathLst>
            </a:custGeom>
            <a:solidFill>
              <a:srgbClr val="FFC00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8" name="object 8"/>
            <p:cNvSpPr/>
            <p:nvPr/>
          </p:nvSpPr>
          <p:spPr>
            <a:xfrm>
              <a:off x="1800860" y="3401694"/>
              <a:ext cx="8514715" cy="687705"/>
            </a:xfrm>
            <a:custGeom>
              <a:avLst/>
              <a:gdLst/>
              <a:ahLst/>
              <a:cxnLst/>
              <a:rect l="l" t="t" r="r" b="b"/>
              <a:pathLst>
                <a:path w="8514715" h="687704">
                  <a:moveTo>
                    <a:pt x="8514461" y="342265"/>
                  </a:moveTo>
                  <a:lnTo>
                    <a:pt x="8383791" y="266065"/>
                  </a:lnTo>
                  <a:lnTo>
                    <a:pt x="7944358" y="9779"/>
                  </a:lnTo>
                  <a:lnTo>
                    <a:pt x="7915745" y="0"/>
                  </a:lnTo>
                  <a:lnTo>
                    <a:pt x="7886611" y="1879"/>
                  </a:lnTo>
                  <a:lnTo>
                    <a:pt x="7860322" y="14566"/>
                  </a:lnTo>
                  <a:lnTo>
                    <a:pt x="7840218" y="37211"/>
                  </a:lnTo>
                  <a:lnTo>
                    <a:pt x="7830426" y="65824"/>
                  </a:lnTo>
                  <a:lnTo>
                    <a:pt x="7832306" y="94957"/>
                  </a:lnTo>
                  <a:lnTo>
                    <a:pt x="7844993" y="121246"/>
                  </a:lnTo>
                  <a:lnTo>
                    <a:pt x="7867650" y="141363"/>
                  </a:lnTo>
                  <a:lnTo>
                    <a:pt x="8081429" y="266065"/>
                  </a:lnTo>
                  <a:lnTo>
                    <a:pt x="3405454" y="266065"/>
                  </a:lnTo>
                  <a:lnTo>
                    <a:pt x="3384461" y="203060"/>
                  </a:lnTo>
                  <a:lnTo>
                    <a:pt x="3361956" y="162471"/>
                  </a:lnTo>
                  <a:lnTo>
                    <a:pt x="3334156" y="125628"/>
                  </a:lnTo>
                  <a:lnTo>
                    <a:pt x="3301593" y="93065"/>
                  </a:lnTo>
                  <a:lnTo>
                    <a:pt x="3264751" y="65265"/>
                  </a:lnTo>
                  <a:lnTo>
                    <a:pt x="3224161" y="42760"/>
                  </a:lnTo>
                  <a:lnTo>
                    <a:pt x="3180321" y="26047"/>
                  </a:lnTo>
                  <a:lnTo>
                    <a:pt x="3133750" y="15646"/>
                  </a:lnTo>
                  <a:lnTo>
                    <a:pt x="3084957" y="12065"/>
                  </a:lnTo>
                  <a:lnTo>
                    <a:pt x="3036151" y="15646"/>
                  </a:lnTo>
                  <a:lnTo>
                    <a:pt x="2989580" y="26047"/>
                  </a:lnTo>
                  <a:lnTo>
                    <a:pt x="2945739" y="42760"/>
                  </a:lnTo>
                  <a:lnTo>
                    <a:pt x="2905150" y="65265"/>
                  </a:lnTo>
                  <a:lnTo>
                    <a:pt x="2868307" y="93065"/>
                  </a:lnTo>
                  <a:lnTo>
                    <a:pt x="2835745" y="125628"/>
                  </a:lnTo>
                  <a:lnTo>
                    <a:pt x="2807944" y="162471"/>
                  </a:lnTo>
                  <a:lnTo>
                    <a:pt x="2785440" y="203060"/>
                  </a:lnTo>
                  <a:lnTo>
                    <a:pt x="2768727" y="246900"/>
                  </a:lnTo>
                  <a:lnTo>
                    <a:pt x="2764434" y="266065"/>
                  </a:lnTo>
                  <a:lnTo>
                    <a:pt x="1425295" y="266065"/>
                  </a:lnTo>
                  <a:lnTo>
                    <a:pt x="1407706" y="218300"/>
                  </a:lnTo>
                  <a:lnTo>
                    <a:pt x="1385201" y="177711"/>
                  </a:lnTo>
                  <a:lnTo>
                    <a:pt x="1357401" y="140868"/>
                  </a:lnTo>
                  <a:lnTo>
                    <a:pt x="1324838" y="108305"/>
                  </a:lnTo>
                  <a:lnTo>
                    <a:pt x="1287995" y="80505"/>
                  </a:lnTo>
                  <a:lnTo>
                    <a:pt x="1247406" y="58000"/>
                  </a:lnTo>
                  <a:lnTo>
                    <a:pt x="1203566" y="41287"/>
                  </a:lnTo>
                  <a:lnTo>
                    <a:pt x="1156995" y="30886"/>
                  </a:lnTo>
                  <a:lnTo>
                    <a:pt x="1108202" y="27305"/>
                  </a:lnTo>
                  <a:lnTo>
                    <a:pt x="1059395" y="30886"/>
                  </a:lnTo>
                  <a:lnTo>
                    <a:pt x="1012825" y="41287"/>
                  </a:lnTo>
                  <a:lnTo>
                    <a:pt x="968984" y="58000"/>
                  </a:lnTo>
                  <a:lnTo>
                    <a:pt x="928395" y="80505"/>
                  </a:lnTo>
                  <a:lnTo>
                    <a:pt x="891552" y="108305"/>
                  </a:lnTo>
                  <a:lnTo>
                    <a:pt x="858989" y="140868"/>
                  </a:lnTo>
                  <a:lnTo>
                    <a:pt x="831189" y="177711"/>
                  </a:lnTo>
                  <a:lnTo>
                    <a:pt x="808685" y="218300"/>
                  </a:lnTo>
                  <a:lnTo>
                    <a:pt x="791972" y="262140"/>
                  </a:lnTo>
                  <a:lnTo>
                    <a:pt x="791083" y="266065"/>
                  </a:lnTo>
                  <a:lnTo>
                    <a:pt x="76200" y="266065"/>
                  </a:lnTo>
                  <a:lnTo>
                    <a:pt x="46558" y="272072"/>
                  </a:lnTo>
                  <a:lnTo>
                    <a:pt x="22326" y="288404"/>
                  </a:lnTo>
                  <a:lnTo>
                    <a:pt x="5994" y="312635"/>
                  </a:lnTo>
                  <a:lnTo>
                    <a:pt x="0" y="342265"/>
                  </a:lnTo>
                  <a:lnTo>
                    <a:pt x="5994" y="371906"/>
                  </a:lnTo>
                  <a:lnTo>
                    <a:pt x="22326" y="396138"/>
                  </a:lnTo>
                  <a:lnTo>
                    <a:pt x="46558" y="412470"/>
                  </a:lnTo>
                  <a:lnTo>
                    <a:pt x="76200" y="418465"/>
                  </a:lnTo>
                  <a:lnTo>
                    <a:pt x="784275" y="418465"/>
                  </a:lnTo>
                  <a:lnTo>
                    <a:pt x="791972" y="452882"/>
                  </a:lnTo>
                  <a:lnTo>
                    <a:pt x="808685" y="496722"/>
                  </a:lnTo>
                  <a:lnTo>
                    <a:pt x="831189" y="537311"/>
                  </a:lnTo>
                  <a:lnTo>
                    <a:pt x="858989" y="574154"/>
                  </a:lnTo>
                  <a:lnTo>
                    <a:pt x="891552" y="606717"/>
                  </a:lnTo>
                  <a:lnTo>
                    <a:pt x="928395" y="634517"/>
                  </a:lnTo>
                  <a:lnTo>
                    <a:pt x="968984" y="657021"/>
                  </a:lnTo>
                  <a:lnTo>
                    <a:pt x="1012825" y="673735"/>
                  </a:lnTo>
                  <a:lnTo>
                    <a:pt x="1059395" y="684136"/>
                  </a:lnTo>
                  <a:lnTo>
                    <a:pt x="1108202" y="687705"/>
                  </a:lnTo>
                  <a:lnTo>
                    <a:pt x="1156995" y="684136"/>
                  </a:lnTo>
                  <a:lnTo>
                    <a:pt x="1203566" y="673735"/>
                  </a:lnTo>
                  <a:lnTo>
                    <a:pt x="1247406" y="657021"/>
                  </a:lnTo>
                  <a:lnTo>
                    <a:pt x="1287995" y="634517"/>
                  </a:lnTo>
                  <a:lnTo>
                    <a:pt x="1324838" y="606717"/>
                  </a:lnTo>
                  <a:lnTo>
                    <a:pt x="1357401" y="574154"/>
                  </a:lnTo>
                  <a:lnTo>
                    <a:pt x="1385201" y="537311"/>
                  </a:lnTo>
                  <a:lnTo>
                    <a:pt x="1407706" y="496722"/>
                  </a:lnTo>
                  <a:lnTo>
                    <a:pt x="1424419" y="452882"/>
                  </a:lnTo>
                  <a:lnTo>
                    <a:pt x="1432102" y="418465"/>
                  </a:lnTo>
                  <a:lnTo>
                    <a:pt x="2764434" y="418465"/>
                  </a:lnTo>
                  <a:lnTo>
                    <a:pt x="2785440" y="481482"/>
                  </a:lnTo>
                  <a:lnTo>
                    <a:pt x="2807944" y="522071"/>
                  </a:lnTo>
                  <a:lnTo>
                    <a:pt x="2835745" y="558914"/>
                  </a:lnTo>
                  <a:lnTo>
                    <a:pt x="2868307" y="591477"/>
                  </a:lnTo>
                  <a:lnTo>
                    <a:pt x="2905150" y="619277"/>
                  </a:lnTo>
                  <a:lnTo>
                    <a:pt x="2945739" y="641781"/>
                  </a:lnTo>
                  <a:lnTo>
                    <a:pt x="2989580" y="658495"/>
                  </a:lnTo>
                  <a:lnTo>
                    <a:pt x="3036151" y="668896"/>
                  </a:lnTo>
                  <a:lnTo>
                    <a:pt x="3084957" y="672465"/>
                  </a:lnTo>
                  <a:lnTo>
                    <a:pt x="3133750" y="668896"/>
                  </a:lnTo>
                  <a:lnTo>
                    <a:pt x="3180321" y="658495"/>
                  </a:lnTo>
                  <a:lnTo>
                    <a:pt x="3224161" y="641781"/>
                  </a:lnTo>
                  <a:lnTo>
                    <a:pt x="3264751" y="619277"/>
                  </a:lnTo>
                  <a:lnTo>
                    <a:pt x="3301593" y="591477"/>
                  </a:lnTo>
                  <a:lnTo>
                    <a:pt x="3334156" y="558914"/>
                  </a:lnTo>
                  <a:lnTo>
                    <a:pt x="3361956" y="522071"/>
                  </a:lnTo>
                  <a:lnTo>
                    <a:pt x="3384461" y="481482"/>
                  </a:lnTo>
                  <a:lnTo>
                    <a:pt x="3401174" y="437642"/>
                  </a:lnTo>
                  <a:lnTo>
                    <a:pt x="3405454" y="418465"/>
                  </a:lnTo>
                  <a:lnTo>
                    <a:pt x="8081442" y="418465"/>
                  </a:lnTo>
                  <a:lnTo>
                    <a:pt x="7867650" y="543179"/>
                  </a:lnTo>
                  <a:lnTo>
                    <a:pt x="7844993" y="563295"/>
                  </a:lnTo>
                  <a:lnTo>
                    <a:pt x="7832306" y="589584"/>
                  </a:lnTo>
                  <a:lnTo>
                    <a:pt x="7830426" y="618718"/>
                  </a:lnTo>
                  <a:lnTo>
                    <a:pt x="7840218" y="647319"/>
                  </a:lnTo>
                  <a:lnTo>
                    <a:pt x="7860322" y="669975"/>
                  </a:lnTo>
                  <a:lnTo>
                    <a:pt x="7886611" y="682663"/>
                  </a:lnTo>
                  <a:lnTo>
                    <a:pt x="7915745" y="684542"/>
                  </a:lnTo>
                  <a:lnTo>
                    <a:pt x="7944358" y="674751"/>
                  </a:lnTo>
                  <a:lnTo>
                    <a:pt x="8383791" y="418465"/>
                  </a:lnTo>
                  <a:lnTo>
                    <a:pt x="8514461" y="342265"/>
                  </a:lnTo>
                  <a:close/>
                </a:path>
              </a:pathLst>
            </a:custGeom>
            <a:solidFill>
              <a:srgbClr val="20B782"/>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grpSp>
        <p:nvGrpSpPr>
          <p:cNvPr id="10" name="object 10"/>
          <p:cNvGrpSpPr/>
          <p:nvPr/>
        </p:nvGrpSpPr>
        <p:grpSpPr>
          <a:xfrm>
            <a:off x="3017044" y="4719638"/>
            <a:ext cx="1295876" cy="504825"/>
            <a:chOff x="4022725" y="5149850"/>
            <a:chExt cx="1727835" cy="673100"/>
          </a:xfrm>
        </p:grpSpPr>
        <p:sp>
          <p:nvSpPr>
            <p:cNvPr id="11" name="object 11"/>
            <p:cNvSpPr/>
            <p:nvPr/>
          </p:nvSpPr>
          <p:spPr>
            <a:xfrm>
              <a:off x="4022725" y="5410200"/>
              <a:ext cx="1727835" cy="152400"/>
            </a:xfrm>
            <a:custGeom>
              <a:avLst/>
              <a:gdLst/>
              <a:ahLst/>
              <a:cxnLst/>
              <a:rect l="l" t="t" r="r" b="b"/>
              <a:pathLst>
                <a:path w="1727835" h="152400">
                  <a:moveTo>
                    <a:pt x="0" y="152400"/>
                  </a:moveTo>
                  <a:lnTo>
                    <a:pt x="1727835" y="152400"/>
                  </a:lnTo>
                  <a:lnTo>
                    <a:pt x="1727835" y="0"/>
                  </a:lnTo>
                  <a:lnTo>
                    <a:pt x="0" y="0"/>
                  </a:lnTo>
                  <a:lnTo>
                    <a:pt x="0" y="152400"/>
                  </a:lnTo>
                  <a:close/>
                </a:path>
              </a:pathLst>
            </a:custGeom>
            <a:solidFill>
              <a:srgbClr val="7EB9F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12" name="object 12"/>
            <p:cNvSpPr/>
            <p:nvPr/>
          </p:nvSpPr>
          <p:spPr>
            <a:xfrm>
              <a:off x="4555616" y="5156200"/>
              <a:ext cx="660400" cy="660400"/>
            </a:xfrm>
            <a:custGeom>
              <a:avLst/>
              <a:gdLst/>
              <a:ahLst/>
              <a:cxnLst/>
              <a:rect l="l" t="t" r="r" b="b"/>
              <a:pathLst>
                <a:path w="660400" h="660400">
                  <a:moveTo>
                    <a:pt x="330200" y="0"/>
                  </a:moveTo>
                  <a:lnTo>
                    <a:pt x="281403" y="3580"/>
                  </a:lnTo>
                  <a:lnTo>
                    <a:pt x="234831" y="13979"/>
                  </a:lnTo>
                  <a:lnTo>
                    <a:pt x="190992" y="30688"/>
                  </a:lnTo>
                  <a:lnTo>
                    <a:pt x="150399" y="53195"/>
                  </a:lnTo>
                  <a:lnTo>
                    <a:pt x="113561" y="80989"/>
                  </a:lnTo>
                  <a:lnTo>
                    <a:pt x="80989" y="113561"/>
                  </a:lnTo>
                  <a:lnTo>
                    <a:pt x="53195" y="150399"/>
                  </a:lnTo>
                  <a:lnTo>
                    <a:pt x="30688" y="190992"/>
                  </a:lnTo>
                  <a:lnTo>
                    <a:pt x="13979" y="234831"/>
                  </a:lnTo>
                  <a:lnTo>
                    <a:pt x="3580" y="281403"/>
                  </a:lnTo>
                  <a:lnTo>
                    <a:pt x="0" y="330200"/>
                  </a:lnTo>
                  <a:lnTo>
                    <a:pt x="3580" y="378993"/>
                  </a:lnTo>
                  <a:lnTo>
                    <a:pt x="13979" y="425564"/>
                  </a:lnTo>
                  <a:lnTo>
                    <a:pt x="30688" y="469401"/>
                  </a:lnTo>
                  <a:lnTo>
                    <a:pt x="53195" y="509995"/>
                  </a:lnTo>
                  <a:lnTo>
                    <a:pt x="80989" y="546833"/>
                  </a:lnTo>
                  <a:lnTo>
                    <a:pt x="113561" y="579405"/>
                  </a:lnTo>
                  <a:lnTo>
                    <a:pt x="150399" y="607201"/>
                  </a:lnTo>
                  <a:lnTo>
                    <a:pt x="190992" y="629709"/>
                  </a:lnTo>
                  <a:lnTo>
                    <a:pt x="234831" y="646419"/>
                  </a:lnTo>
                  <a:lnTo>
                    <a:pt x="281403" y="656819"/>
                  </a:lnTo>
                  <a:lnTo>
                    <a:pt x="330200" y="660400"/>
                  </a:lnTo>
                  <a:lnTo>
                    <a:pt x="378996" y="656819"/>
                  </a:lnTo>
                  <a:lnTo>
                    <a:pt x="425568" y="646419"/>
                  </a:lnTo>
                  <a:lnTo>
                    <a:pt x="469407" y="629709"/>
                  </a:lnTo>
                  <a:lnTo>
                    <a:pt x="510000" y="607201"/>
                  </a:lnTo>
                  <a:lnTo>
                    <a:pt x="546838" y="579405"/>
                  </a:lnTo>
                  <a:lnTo>
                    <a:pt x="579410" y="546833"/>
                  </a:lnTo>
                  <a:lnTo>
                    <a:pt x="607204" y="509995"/>
                  </a:lnTo>
                  <a:lnTo>
                    <a:pt x="629711" y="469401"/>
                  </a:lnTo>
                  <a:lnTo>
                    <a:pt x="646420" y="425564"/>
                  </a:lnTo>
                  <a:lnTo>
                    <a:pt x="656819" y="378993"/>
                  </a:lnTo>
                  <a:lnTo>
                    <a:pt x="660400" y="330200"/>
                  </a:lnTo>
                  <a:lnTo>
                    <a:pt x="656819" y="281403"/>
                  </a:lnTo>
                  <a:lnTo>
                    <a:pt x="646420" y="234831"/>
                  </a:lnTo>
                  <a:lnTo>
                    <a:pt x="629711" y="190992"/>
                  </a:lnTo>
                  <a:lnTo>
                    <a:pt x="607204" y="150399"/>
                  </a:lnTo>
                  <a:lnTo>
                    <a:pt x="579410" y="113561"/>
                  </a:lnTo>
                  <a:lnTo>
                    <a:pt x="546838" y="80989"/>
                  </a:lnTo>
                  <a:lnTo>
                    <a:pt x="510000" y="53195"/>
                  </a:lnTo>
                  <a:lnTo>
                    <a:pt x="469407" y="30688"/>
                  </a:lnTo>
                  <a:lnTo>
                    <a:pt x="425568" y="13979"/>
                  </a:lnTo>
                  <a:lnTo>
                    <a:pt x="378996" y="3580"/>
                  </a:lnTo>
                  <a:lnTo>
                    <a:pt x="330200" y="0"/>
                  </a:lnTo>
                  <a:close/>
                </a:path>
              </a:pathLst>
            </a:custGeom>
            <a:solidFill>
              <a:srgbClr val="7EB9F0"/>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13" name="object 13"/>
            <p:cNvSpPr/>
            <p:nvPr/>
          </p:nvSpPr>
          <p:spPr>
            <a:xfrm>
              <a:off x="4555616" y="5156200"/>
              <a:ext cx="660400" cy="660400"/>
            </a:xfrm>
            <a:custGeom>
              <a:avLst/>
              <a:gdLst/>
              <a:ahLst/>
              <a:cxnLst/>
              <a:rect l="l" t="t" r="r" b="b"/>
              <a:pathLst>
                <a:path w="660400" h="660400">
                  <a:moveTo>
                    <a:pt x="0" y="330200"/>
                  </a:moveTo>
                  <a:lnTo>
                    <a:pt x="3580" y="281403"/>
                  </a:lnTo>
                  <a:lnTo>
                    <a:pt x="13979" y="234831"/>
                  </a:lnTo>
                  <a:lnTo>
                    <a:pt x="30688" y="190992"/>
                  </a:lnTo>
                  <a:lnTo>
                    <a:pt x="53195" y="150399"/>
                  </a:lnTo>
                  <a:lnTo>
                    <a:pt x="80989" y="113561"/>
                  </a:lnTo>
                  <a:lnTo>
                    <a:pt x="113561" y="80989"/>
                  </a:lnTo>
                  <a:lnTo>
                    <a:pt x="150399" y="53195"/>
                  </a:lnTo>
                  <a:lnTo>
                    <a:pt x="190992" y="30688"/>
                  </a:lnTo>
                  <a:lnTo>
                    <a:pt x="234831" y="13979"/>
                  </a:lnTo>
                  <a:lnTo>
                    <a:pt x="281403" y="3580"/>
                  </a:lnTo>
                  <a:lnTo>
                    <a:pt x="330200" y="0"/>
                  </a:lnTo>
                  <a:lnTo>
                    <a:pt x="378996" y="3580"/>
                  </a:lnTo>
                  <a:lnTo>
                    <a:pt x="425568" y="13979"/>
                  </a:lnTo>
                  <a:lnTo>
                    <a:pt x="469407" y="30688"/>
                  </a:lnTo>
                  <a:lnTo>
                    <a:pt x="510000" y="53195"/>
                  </a:lnTo>
                  <a:lnTo>
                    <a:pt x="546838" y="80989"/>
                  </a:lnTo>
                  <a:lnTo>
                    <a:pt x="579410" y="113561"/>
                  </a:lnTo>
                  <a:lnTo>
                    <a:pt x="607204" y="150399"/>
                  </a:lnTo>
                  <a:lnTo>
                    <a:pt x="629711" y="190992"/>
                  </a:lnTo>
                  <a:lnTo>
                    <a:pt x="646420" y="234831"/>
                  </a:lnTo>
                  <a:lnTo>
                    <a:pt x="656819" y="281403"/>
                  </a:lnTo>
                  <a:lnTo>
                    <a:pt x="660400" y="330200"/>
                  </a:lnTo>
                  <a:lnTo>
                    <a:pt x="656819" y="378993"/>
                  </a:lnTo>
                  <a:lnTo>
                    <a:pt x="646420" y="425564"/>
                  </a:lnTo>
                  <a:lnTo>
                    <a:pt x="629711" y="469401"/>
                  </a:lnTo>
                  <a:lnTo>
                    <a:pt x="607204" y="509995"/>
                  </a:lnTo>
                  <a:lnTo>
                    <a:pt x="579410" y="546833"/>
                  </a:lnTo>
                  <a:lnTo>
                    <a:pt x="546838" y="579405"/>
                  </a:lnTo>
                  <a:lnTo>
                    <a:pt x="510000" y="607201"/>
                  </a:lnTo>
                  <a:lnTo>
                    <a:pt x="469407" y="629709"/>
                  </a:lnTo>
                  <a:lnTo>
                    <a:pt x="425568" y="646419"/>
                  </a:lnTo>
                  <a:lnTo>
                    <a:pt x="378996" y="656819"/>
                  </a:lnTo>
                  <a:lnTo>
                    <a:pt x="330200" y="660400"/>
                  </a:lnTo>
                  <a:lnTo>
                    <a:pt x="281403" y="656819"/>
                  </a:lnTo>
                  <a:lnTo>
                    <a:pt x="234831" y="646419"/>
                  </a:lnTo>
                  <a:lnTo>
                    <a:pt x="190992" y="629709"/>
                  </a:lnTo>
                  <a:lnTo>
                    <a:pt x="150399" y="607201"/>
                  </a:lnTo>
                  <a:lnTo>
                    <a:pt x="113561" y="579405"/>
                  </a:lnTo>
                  <a:lnTo>
                    <a:pt x="80989" y="546833"/>
                  </a:lnTo>
                  <a:lnTo>
                    <a:pt x="53195" y="509995"/>
                  </a:lnTo>
                  <a:lnTo>
                    <a:pt x="30688" y="469401"/>
                  </a:lnTo>
                  <a:lnTo>
                    <a:pt x="13979" y="425564"/>
                  </a:lnTo>
                  <a:lnTo>
                    <a:pt x="3580" y="378993"/>
                  </a:lnTo>
                  <a:lnTo>
                    <a:pt x="0" y="330200"/>
                  </a:lnTo>
                  <a:close/>
                </a:path>
              </a:pathLst>
            </a:custGeom>
            <a:ln w="12700">
              <a:solidFill>
                <a:srgbClr val="7EB9F0"/>
              </a:solidFill>
            </a:ln>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grpSp>
      <p:sp>
        <p:nvSpPr>
          <p:cNvPr id="14" name="object 14"/>
          <p:cNvSpPr txBox="1"/>
          <p:nvPr/>
        </p:nvSpPr>
        <p:spPr>
          <a:xfrm>
            <a:off x="167411" y="3451288"/>
            <a:ext cx="1047750" cy="425116"/>
          </a:xfrm>
          <a:prstGeom prst="rect">
            <a:avLst/>
          </a:prstGeom>
        </p:spPr>
        <p:txBody>
          <a:bodyPr vert="horz" wrap="square" lIns="0" tIns="9525" rIns="0" bIns="0" rtlCol="0">
            <a:spAutoFit/>
          </a:bodyPr>
          <a:lstStyle/>
          <a:p>
            <a:pPr algn="ctr">
              <a:spcBef>
                <a:spcPts val="75"/>
              </a:spcBef>
            </a:pPr>
            <a:r>
              <a:rPr sz="1350" spc="-8" dirty="0">
                <a:solidFill>
                  <a:srgbClr val="1B2731"/>
                </a:solidFill>
                <a:latin typeface="Meiryo" panose="020B0604030504040204" pitchFamily="34" charset="-128"/>
                <a:ea typeface="Meiryo" panose="020B0604030504040204" pitchFamily="34" charset="-128"/>
                <a:cs typeface="Yu Gothic Medium"/>
              </a:rPr>
              <a:t>共通ブランチ</a:t>
            </a:r>
            <a:endParaRPr sz="1350">
              <a:solidFill>
                <a:srgbClr val="1B2731"/>
              </a:solidFill>
              <a:latin typeface="Meiryo" panose="020B0604030504040204" pitchFamily="34" charset="-128"/>
              <a:ea typeface="Meiryo" panose="020B0604030504040204" pitchFamily="34" charset="-128"/>
              <a:cs typeface="Yu Gothic Medium"/>
            </a:endParaRPr>
          </a:p>
          <a:p>
            <a:pPr algn="ctr">
              <a:lnSpc>
                <a:spcPct val="100000"/>
              </a:lnSpc>
            </a:pPr>
            <a:r>
              <a:rPr sz="1350" spc="-8" dirty="0">
                <a:solidFill>
                  <a:srgbClr val="1B2731"/>
                </a:solidFill>
                <a:latin typeface="Meiryo" panose="020B0604030504040204" pitchFamily="34" charset="-128"/>
                <a:ea typeface="Meiryo" panose="020B0604030504040204" pitchFamily="34" charset="-128"/>
                <a:cs typeface="Yu Gothic Medium"/>
              </a:rPr>
              <a:t>(main)</a:t>
            </a:r>
            <a:endParaRPr sz="1350">
              <a:solidFill>
                <a:srgbClr val="1B2731"/>
              </a:solidFill>
              <a:latin typeface="Meiryo" panose="020B0604030504040204" pitchFamily="34" charset="-128"/>
              <a:ea typeface="Meiryo" panose="020B0604030504040204" pitchFamily="34" charset="-128"/>
              <a:cs typeface="Yu Gothic Medium"/>
            </a:endParaRPr>
          </a:p>
        </p:txBody>
      </p:sp>
      <p:sp>
        <p:nvSpPr>
          <p:cNvPr id="18" name="object 18"/>
          <p:cNvSpPr/>
          <p:nvPr/>
        </p:nvSpPr>
        <p:spPr>
          <a:xfrm>
            <a:off x="4666774" y="3411378"/>
            <a:ext cx="495300" cy="495300"/>
          </a:xfrm>
          <a:custGeom>
            <a:avLst/>
            <a:gdLst/>
            <a:ahLst/>
            <a:cxnLst/>
            <a:rect l="l" t="t" r="r" b="b"/>
            <a:pathLst>
              <a:path w="660400" h="660400">
                <a:moveTo>
                  <a:pt x="330200" y="0"/>
                </a:moveTo>
                <a:lnTo>
                  <a:pt x="281403" y="3580"/>
                </a:lnTo>
                <a:lnTo>
                  <a:pt x="234831" y="13979"/>
                </a:lnTo>
                <a:lnTo>
                  <a:pt x="190992" y="30688"/>
                </a:lnTo>
                <a:lnTo>
                  <a:pt x="150399" y="53195"/>
                </a:lnTo>
                <a:lnTo>
                  <a:pt x="113561" y="80989"/>
                </a:lnTo>
                <a:lnTo>
                  <a:pt x="80989" y="113561"/>
                </a:lnTo>
                <a:lnTo>
                  <a:pt x="53195" y="150399"/>
                </a:lnTo>
                <a:lnTo>
                  <a:pt x="30688" y="190992"/>
                </a:lnTo>
                <a:lnTo>
                  <a:pt x="13979" y="234831"/>
                </a:lnTo>
                <a:lnTo>
                  <a:pt x="3580" y="281403"/>
                </a:lnTo>
                <a:lnTo>
                  <a:pt x="0" y="330200"/>
                </a:lnTo>
                <a:lnTo>
                  <a:pt x="3580" y="378996"/>
                </a:lnTo>
                <a:lnTo>
                  <a:pt x="13979" y="425568"/>
                </a:lnTo>
                <a:lnTo>
                  <a:pt x="30688" y="469407"/>
                </a:lnTo>
                <a:lnTo>
                  <a:pt x="53195" y="510000"/>
                </a:lnTo>
                <a:lnTo>
                  <a:pt x="80989" y="546838"/>
                </a:lnTo>
                <a:lnTo>
                  <a:pt x="113561" y="579410"/>
                </a:lnTo>
                <a:lnTo>
                  <a:pt x="150399" y="607204"/>
                </a:lnTo>
                <a:lnTo>
                  <a:pt x="190992" y="629711"/>
                </a:lnTo>
                <a:lnTo>
                  <a:pt x="234831" y="646420"/>
                </a:lnTo>
                <a:lnTo>
                  <a:pt x="281403" y="656819"/>
                </a:lnTo>
                <a:lnTo>
                  <a:pt x="330200" y="660400"/>
                </a:lnTo>
                <a:lnTo>
                  <a:pt x="378996" y="656819"/>
                </a:lnTo>
                <a:lnTo>
                  <a:pt x="425568" y="646420"/>
                </a:lnTo>
                <a:lnTo>
                  <a:pt x="469407" y="629711"/>
                </a:lnTo>
                <a:lnTo>
                  <a:pt x="510000" y="607204"/>
                </a:lnTo>
                <a:lnTo>
                  <a:pt x="546838" y="579410"/>
                </a:lnTo>
                <a:lnTo>
                  <a:pt x="579410" y="546838"/>
                </a:lnTo>
                <a:lnTo>
                  <a:pt x="607204" y="510000"/>
                </a:lnTo>
                <a:lnTo>
                  <a:pt x="629711" y="469407"/>
                </a:lnTo>
                <a:lnTo>
                  <a:pt x="646420" y="425568"/>
                </a:lnTo>
                <a:lnTo>
                  <a:pt x="656819" y="378996"/>
                </a:lnTo>
                <a:lnTo>
                  <a:pt x="660400" y="330200"/>
                </a:lnTo>
                <a:lnTo>
                  <a:pt x="656819" y="281403"/>
                </a:lnTo>
                <a:lnTo>
                  <a:pt x="646420" y="234831"/>
                </a:lnTo>
                <a:lnTo>
                  <a:pt x="629711" y="190992"/>
                </a:lnTo>
                <a:lnTo>
                  <a:pt x="607204" y="150399"/>
                </a:lnTo>
                <a:lnTo>
                  <a:pt x="579410" y="113561"/>
                </a:lnTo>
                <a:lnTo>
                  <a:pt x="546838" y="80989"/>
                </a:lnTo>
                <a:lnTo>
                  <a:pt x="510000" y="53195"/>
                </a:lnTo>
                <a:lnTo>
                  <a:pt x="469407" y="30688"/>
                </a:lnTo>
                <a:lnTo>
                  <a:pt x="425568" y="13979"/>
                </a:lnTo>
                <a:lnTo>
                  <a:pt x="378996" y="3580"/>
                </a:lnTo>
                <a:lnTo>
                  <a:pt x="330200" y="0"/>
                </a:lnTo>
                <a:close/>
              </a:path>
            </a:pathLst>
          </a:custGeom>
          <a:solidFill>
            <a:srgbClr val="20B782"/>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21" name="object 21"/>
          <p:cNvSpPr txBox="1"/>
          <p:nvPr/>
        </p:nvSpPr>
        <p:spPr>
          <a:xfrm>
            <a:off x="5734954" y="1346293"/>
            <a:ext cx="2895600" cy="1086836"/>
          </a:xfrm>
          <a:prstGeom prst="rect">
            <a:avLst/>
          </a:prstGeom>
        </p:spPr>
        <p:txBody>
          <a:bodyPr vert="horz" wrap="square" lIns="0" tIns="9525" rIns="0" bIns="0" rtlCol="0">
            <a:spAutoFit/>
          </a:bodyPr>
          <a:lstStyle/>
          <a:p>
            <a:pPr marL="9525" marR="3810" algn="ctr">
              <a:lnSpc>
                <a:spcPct val="150000"/>
              </a:lnSpc>
              <a:spcBef>
                <a:spcPts val="75"/>
              </a:spcBef>
            </a:pPr>
            <a:r>
              <a:rPr sz="1600" spc="-11" dirty="0">
                <a:solidFill>
                  <a:srgbClr val="1B2731"/>
                </a:solidFill>
                <a:latin typeface="Meiryo" panose="020B0604030504040204" pitchFamily="34" charset="-128"/>
                <a:ea typeface="Meiryo" panose="020B0604030504040204" pitchFamily="34" charset="-128"/>
                <a:cs typeface="Yu Gothic Medium"/>
              </a:rPr>
              <a:t>好き勝手に皆で使うブランチに</a:t>
            </a:r>
            <a:r>
              <a:rPr sz="1600" spc="-38" dirty="0">
                <a:solidFill>
                  <a:srgbClr val="1B2731"/>
                </a:solidFill>
                <a:latin typeface="Meiryo" panose="020B0604030504040204" pitchFamily="34" charset="-128"/>
                <a:ea typeface="Meiryo" panose="020B0604030504040204" pitchFamily="34" charset="-128"/>
                <a:cs typeface="Yu Gothic Medium"/>
              </a:rPr>
              <a:t> </a:t>
            </a:r>
            <a:r>
              <a:rPr sz="1600" spc="-4" dirty="0">
                <a:solidFill>
                  <a:srgbClr val="1B2731"/>
                </a:solidFill>
                <a:latin typeface="Meiryo" panose="020B0604030504040204" pitchFamily="34" charset="-128"/>
                <a:ea typeface="Meiryo" panose="020B0604030504040204" pitchFamily="34" charset="-128"/>
                <a:cs typeface="Yu Gothic Medium"/>
              </a:rPr>
              <a:t>マージするとバグまみれになる可</a:t>
            </a:r>
            <a:r>
              <a:rPr sz="1600" spc="-8" dirty="0">
                <a:solidFill>
                  <a:srgbClr val="1B2731"/>
                </a:solidFill>
                <a:latin typeface="Meiryo" panose="020B0604030504040204" pitchFamily="34" charset="-128"/>
                <a:ea typeface="Meiryo" panose="020B0604030504040204" pitchFamily="34" charset="-128"/>
                <a:cs typeface="Yu Gothic Medium"/>
              </a:rPr>
              <a:t>能性がある</a:t>
            </a:r>
            <a:endParaRPr sz="1600" dirty="0">
              <a:solidFill>
                <a:srgbClr val="1B2731"/>
              </a:solidFill>
              <a:latin typeface="Meiryo" panose="020B0604030504040204" pitchFamily="34" charset="-128"/>
              <a:ea typeface="Meiryo" panose="020B0604030504040204" pitchFamily="34" charset="-128"/>
              <a:cs typeface="Yu Gothic Medium"/>
            </a:endParaRPr>
          </a:p>
        </p:txBody>
      </p:sp>
      <p:sp>
        <p:nvSpPr>
          <p:cNvPr id="22" name="object 22"/>
          <p:cNvSpPr/>
          <p:nvPr/>
        </p:nvSpPr>
        <p:spPr>
          <a:xfrm>
            <a:off x="5753291" y="3411378"/>
            <a:ext cx="495300" cy="495300"/>
          </a:xfrm>
          <a:custGeom>
            <a:avLst/>
            <a:gdLst/>
            <a:ahLst/>
            <a:cxnLst/>
            <a:rect l="l" t="t" r="r" b="b"/>
            <a:pathLst>
              <a:path w="660400" h="660400">
                <a:moveTo>
                  <a:pt x="330200" y="0"/>
                </a:moveTo>
                <a:lnTo>
                  <a:pt x="281432" y="3580"/>
                </a:lnTo>
                <a:lnTo>
                  <a:pt x="234877" y="13979"/>
                </a:lnTo>
                <a:lnTo>
                  <a:pt x="191047" y="30688"/>
                </a:lnTo>
                <a:lnTo>
                  <a:pt x="150455" y="53195"/>
                </a:lnTo>
                <a:lnTo>
                  <a:pt x="113612" y="80989"/>
                </a:lnTo>
                <a:lnTo>
                  <a:pt x="81032" y="113561"/>
                </a:lnTo>
                <a:lnTo>
                  <a:pt x="53227" y="150399"/>
                </a:lnTo>
                <a:lnTo>
                  <a:pt x="30709" y="190992"/>
                </a:lnTo>
                <a:lnTo>
                  <a:pt x="13990" y="234831"/>
                </a:lnTo>
                <a:lnTo>
                  <a:pt x="3582" y="281403"/>
                </a:lnTo>
                <a:lnTo>
                  <a:pt x="0" y="330200"/>
                </a:lnTo>
                <a:lnTo>
                  <a:pt x="3582" y="378996"/>
                </a:lnTo>
                <a:lnTo>
                  <a:pt x="13990" y="425568"/>
                </a:lnTo>
                <a:lnTo>
                  <a:pt x="30709" y="469407"/>
                </a:lnTo>
                <a:lnTo>
                  <a:pt x="53227" y="510000"/>
                </a:lnTo>
                <a:lnTo>
                  <a:pt x="81032" y="546838"/>
                </a:lnTo>
                <a:lnTo>
                  <a:pt x="113612" y="579410"/>
                </a:lnTo>
                <a:lnTo>
                  <a:pt x="150455" y="607204"/>
                </a:lnTo>
                <a:lnTo>
                  <a:pt x="191047" y="629711"/>
                </a:lnTo>
                <a:lnTo>
                  <a:pt x="234877" y="646420"/>
                </a:lnTo>
                <a:lnTo>
                  <a:pt x="281432" y="656819"/>
                </a:lnTo>
                <a:lnTo>
                  <a:pt x="330200" y="660400"/>
                </a:lnTo>
                <a:lnTo>
                  <a:pt x="378996" y="656819"/>
                </a:lnTo>
                <a:lnTo>
                  <a:pt x="425568" y="646420"/>
                </a:lnTo>
                <a:lnTo>
                  <a:pt x="469407" y="629711"/>
                </a:lnTo>
                <a:lnTo>
                  <a:pt x="510000" y="607204"/>
                </a:lnTo>
                <a:lnTo>
                  <a:pt x="546838" y="579410"/>
                </a:lnTo>
                <a:lnTo>
                  <a:pt x="579410" y="546838"/>
                </a:lnTo>
                <a:lnTo>
                  <a:pt x="607204" y="510000"/>
                </a:lnTo>
                <a:lnTo>
                  <a:pt x="629711" y="469407"/>
                </a:lnTo>
                <a:lnTo>
                  <a:pt x="646420" y="425568"/>
                </a:lnTo>
                <a:lnTo>
                  <a:pt x="656819" y="378996"/>
                </a:lnTo>
                <a:lnTo>
                  <a:pt x="660400" y="330200"/>
                </a:lnTo>
                <a:lnTo>
                  <a:pt x="656819" y="281403"/>
                </a:lnTo>
                <a:lnTo>
                  <a:pt x="646420" y="234831"/>
                </a:lnTo>
                <a:lnTo>
                  <a:pt x="629711" y="190992"/>
                </a:lnTo>
                <a:lnTo>
                  <a:pt x="607204" y="150399"/>
                </a:lnTo>
                <a:lnTo>
                  <a:pt x="579410" y="113561"/>
                </a:lnTo>
                <a:lnTo>
                  <a:pt x="546838" y="80989"/>
                </a:lnTo>
                <a:lnTo>
                  <a:pt x="510000" y="53195"/>
                </a:lnTo>
                <a:lnTo>
                  <a:pt x="469407" y="30688"/>
                </a:lnTo>
                <a:lnTo>
                  <a:pt x="425568" y="13979"/>
                </a:lnTo>
                <a:lnTo>
                  <a:pt x="378996" y="3580"/>
                </a:lnTo>
                <a:lnTo>
                  <a:pt x="330200" y="0"/>
                </a:lnTo>
                <a:close/>
              </a:path>
            </a:pathLst>
          </a:custGeom>
          <a:solidFill>
            <a:srgbClr val="20B782"/>
          </a:solidFill>
        </p:spPr>
        <p:txBody>
          <a:bodyPr wrap="square" lIns="0" tIns="0" rIns="0" bIns="0" rtlCol="0"/>
          <a:lstStyle/>
          <a:p>
            <a:endParaRPr>
              <a:solidFill>
                <a:srgbClr val="1B2731"/>
              </a:solidFill>
              <a:latin typeface="Meiryo" panose="020B0604030504040204" pitchFamily="34" charset="-128"/>
              <a:ea typeface="Meiryo" panose="020B0604030504040204" pitchFamily="34" charset="-128"/>
            </a:endParaRPr>
          </a:p>
        </p:txBody>
      </p:sp>
      <p:sp>
        <p:nvSpPr>
          <p:cNvPr id="26" name="object 26"/>
          <p:cNvSpPr txBox="1"/>
          <p:nvPr/>
        </p:nvSpPr>
        <p:spPr>
          <a:xfrm>
            <a:off x="5598698" y="4519231"/>
            <a:ext cx="3240501" cy="717504"/>
          </a:xfrm>
          <a:prstGeom prst="rect">
            <a:avLst/>
          </a:prstGeom>
        </p:spPr>
        <p:txBody>
          <a:bodyPr vert="horz" wrap="square" lIns="0" tIns="9525" rIns="0" bIns="0" rtlCol="0">
            <a:spAutoFit/>
          </a:bodyPr>
          <a:lstStyle/>
          <a:p>
            <a:pPr marL="9525">
              <a:lnSpc>
                <a:spcPct val="150000"/>
              </a:lnSpc>
              <a:spcBef>
                <a:spcPts val="75"/>
              </a:spcBef>
            </a:pPr>
            <a:r>
              <a:rPr sz="1600" spc="-4" dirty="0">
                <a:solidFill>
                  <a:srgbClr val="1B2731"/>
                </a:solidFill>
                <a:latin typeface="Meiryo" panose="020B0604030504040204" pitchFamily="34" charset="-128"/>
                <a:ea typeface="Meiryo" panose="020B0604030504040204" pitchFamily="34" charset="-128"/>
                <a:cs typeface="Yu Gothic Medium"/>
              </a:rPr>
              <a:t>マージする前に他の人にコードを</a:t>
            </a:r>
            <a:endParaRPr sz="1600" dirty="0">
              <a:solidFill>
                <a:srgbClr val="1B2731"/>
              </a:solidFill>
              <a:latin typeface="Meiryo" panose="020B0604030504040204" pitchFamily="34" charset="-128"/>
              <a:ea typeface="Meiryo" panose="020B0604030504040204" pitchFamily="34" charset="-128"/>
              <a:cs typeface="Yu Gothic Medium"/>
            </a:endParaRPr>
          </a:p>
          <a:p>
            <a:pPr marL="30004">
              <a:lnSpc>
                <a:spcPct val="150000"/>
              </a:lnSpc>
            </a:pPr>
            <a:r>
              <a:rPr sz="1600" spc="-19" dirty="0">
                <a:solidFill>
                  <a:srgbClr val="1B2731"/>
                </a:solidFill>
                <a:latin typeface="Meiryo" panose="020B0604030504040204" pitchFamily="34" charset="-128"/>
                <a:ea typeface="Meiryo" panose="020B0604030504040204" pitchFamily="34" charset="-128"/>
                <a:cs typeface="Yu Gothic Medium"/>
              </a:rPr>
              <a:t>レビュー(見てもらう)してもらう</a:t>
            </a:r>
            <a:endParaRPr sz="1600" dirty="0">
              <a:solidFill>
                <a:srgbClr val="1B2731"/>
              </a:solidFill>
              <a:latin typeface="Meiryo" panose="020B0604030504040204" pitchFamily="34" charset="-128"/>
              <a:ea typeface="Meiryo" panose="020B0604030504040204" pitchFamily="34" charset="-128"/>
              <a:cs typeface="Yu Gothic Medium"/>
            </a:endParaRPr>
          </a:p>
        </p:txBody>
      </p:sp>
      <p:sp>
        <p:nvSpPr>
          <p:cNvPr id="27" name="object 27"/>
          <p:cNvSpPr txBox="1"/>
          <p:nvPr/>
        </p:nvSpPr>
        <p:spPr>
          <a:xfrm>
            <a:off x="4082415" y="4263314"/>
            <a:ext cx="1169194" cy="285656"/>
          </a:xfrm>
          <a:prstGeom prst="rect">
            <a:avLst/>
          </a:prstGeom>
          <a:solidFill>
            <a:srgbClr val="7EB9F0"/>
          </a:solidFill>
          <a:ln w="12700">
            <a:solidFill>
              <a:srgbClr val="084A33"/>
            </a:solidFill>
          </a:ln>
        </p:spPr>
        <p:txBody>
          <a:bodyPr vert="horz" wrap="square" lIns="0" tIns="77153" rIns="0" bIns="0" rtlCol="0">
            <a:spAutoFit/>
          </a:bodyPr>
          <a:lstStyle/>
          <a:p>
            <a:pPr marL="116205">
              <a:spcBef>
                <a:spcPts val="608"/>
              </a:spcBef>
            </a:pPr>
            <a:r>
              <a:rPr sz="1350" dirty="0">
                <a:solidFill>
                  <a:srgbClr val="1B2731"/>
                </a:solidFill>
                <a:latin typeface="Meiryo" panose="020B0604030504040204" pitchFamily="34" charset="-128"/>
                <a:ea typeface="Meiryo" panose="020B0604030504040204" pitchFamily="34" charset="-128"/>
                <a:cs typeface="Yu Gothic Medium"/>
              </a:rPr>
              <a:t>pull</a:t>
            </a:r>
            <a:r>
              <a:rPr sz="1350" spc="-34" dirty="0">
                <a:solidFill>
                  <a:srgbClr val="1B2731"/>
                </a:solidFill>
                <a:latin typeface="Meiryo" panose="020B0604030504040204" pitchFamily="34" charset="-128"/>
                <a:ea typeface="Meiryo" panose="020B0604030504040204" pitchFamily="34" charset="-128"/>
                <a:cs typeface="Yu Gothic Medium"/>
              </a:rPr>
              <a:t> </a:t>
            </a:r>
            <a:r>
              <a:rPr sz="1350" spc="-8" dirty="0">
                <a:solidFill>
                  <a:srgbClr val="1B2731"/>
                </a:solidFill>
                <a:latin typeface="Meiryo" panose="020B0604030504040204" pitchFamily="34" charset="-128"/>
                <a:ea typeface="Meiryo" panose="020B0604030504040204" pitchFamily="34" charset="-128"/>
                <a:cs typeface="Yu Gothic Medium"/>
              </a:rPr>
              <a:t>request</a:t>
            </a:r>
            <a:endParaRPr sz="1350">
              <a:solidFill>
                <a:srgbClr val="1B2731"/>
              </a:solidFill>
              <a:latin typeface="Meiryo" panose="020B0604030504040204" pitchFamily="34" charset="-128"/>
              <a:ea typeface="Meiryo" panose="020B0604030504040204" pitchFamily="34" charset="-128"/>
              <a:cs typeface="Yu Gothic Medium"/>
            </a:endParaRPr>
          </a:p>
        </p:txBody>
      </p:sp>
      <p:sp>
        <p:nvSpPr>
          <p:cNvPr id="28" name="object 28"/>
          <p:cNvSpPr txBox="1"/>
          <p:nvPr/>
        </p:nvSpPr>
        <p:spPr>
          <a:xfrm>
            <a:off x="5212557" y="2749125"/>
            <a:ext cx="1169194" cy="285174"/>
          </a:xfrm>
          <a:prstGeom prst="rect">
            <a:avLst/>
          </a:prstGeom>
          <a:solidFill>
            <a:srgbClr val="FFC000"/>
          </a:solidFill>
          <a:ln w="12700">
            <a:solidFill>
              <a:srgbClr val="084A33"/>
            </a:solidFill>
          </a:ln>
        </p:spPr>
        <p:txBody>
          <a:bodyPr vert="horz" wrap="square" lIns="0" tIns="76676" rIns="0" bIns="0" rtlCol="0">
            <a:spAutoFit/>
          </a:bodyPr>
          <a:lstStyle/>
          <a:p>
            <a:pPr marL="116205">
              <a:spcBef>
                <a:spcPts val="604"/>
              </a:spcBef>
            </a:pPr>
            <a:r>
              <a:rPr sz="1350" dirty="0">
                <a:solidFill>
                  <a:srgbClr val="1B2731"/>
                </a:solidFill>
                <a:latin typeface="Meiryo" panose="020B0604030504040204" pitchFamily="34" charset="-128"/>
                <a:ea typeface="Meiryo" panose="020B0604030504040204" pitchFamily="34" charset="-128"/>
                <a:cs typeface="Yu Gothic Medium"/>
              </a:rPr>
              <a:t>pull</a:t>
            </a:r>
            <a:r>
              <a:rPr sz="1350" spc="-34" dirty="0">
                <a:solidFill>
                  <a:srgbClr val="1B2731"/>
                </a:solidFill>
                <a:latin typeface="Meiryo" panose="020B0604030504040204" pitchFamily="34" charset="-128"/>
                <a:ea typeface="Meiryo" panose="020B0604030504040204" pitchFamily="34" charset="-128"/>
                <a:cs typeface="Yu Gothic Medium"/>
              </a:rPr>
              <a:t> </a:t>
            </a:r>
            <a:r>
              <a:rPr sz="1350" spc="-8" dirty="0">
                <a:solidFill>
                  <a:srgbClr val="1B2731"/>
                </a:solidFill>
                <a:latin typeface="Meiryo" panose="020B0604030504040204" pitchFamily="34" charset="-128"/>
                <a:ea typeface="Meiryo" panose="020B0604030504040204" pitchFamily="34" charset="-128"/>
                <a:cs typeface="Yu Gothic Medium"/>
              </a:rPr>
              <a:t>request</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29" name="object 12">
            <a:extLst>
              <a:ext uri="{FF2B5EF4-FFF2-40B4-BE49-F238E27FC236}">
                <a16:creationId xmlns:a16="http://schemas.microsoft.com/office/drawing/2014/main" id="{11C5F59F-318E-4DCE-6EC4-CDC14B9BF97B}"/>
              </a:ext>
            </a:extLst>
          </p:cNvPr>
          <p:cNvSpPr txBox="1"/>
          <p:nvPr/>
        </p:nvSpPr>
        <p:spPr>
          <a:xfrm>
            <a:off x="587807" y="2171795"/>
            <a:ext cx="1943100" cy="425116"/>
          </a:xfrm>
          <a:prstGeom prst="rect">
            <a:avLst/>
          </a:prstGeom>
        </p:spPr>
        <p:txBody>
          <a:bodyPr vert="horz" wrap="square" lIns="0" tIns="9525" rIns="0" bIns="0" rtlCol="0">
            <a:spAutoFit/>
          </a:bodyPr>
          <a:lstStyle/>
          <a:p>
            <a:pPr algn="ctr">
              <a:spcBef>
                <a:spcPts val="75"/>
              </a:spcBef>
            </a:pPr>
            <a:r>
              <a:rPr sz="1350" spc="-8" dirty="0">
                <a:solidFill>
                  <a:srgbClr val="1B2731"/>
                </a:solidFill>
                <a:latin typeface="Meiryo" panose="020B0604030504040204" pitchFamily="34" charset="-128"/>
                <a:ea typeface="Meiryo" panose="020B0604030504040204" pitchFamily="34" charset="-128"/>
                <a:cs typeface="Yu Gothic Medium"/>
              </a:rPr>
              <a:t>個人ブランチ</a:t>
            </a:r>
            <a:endParaRPr sz="1350" dirty="0">
              <a:solidFill>
                <a:srgbClr val="1B2731"/>
              </a:solidFill>
              <a:latin typeface="Meiryo" panose="020B0604030504040204" pitchFamily="34" charset="-128"/>
              <a:ea typeface="Meiryo" panose="020B0604030504040204" pitchFamily="34" charset="-128"/>
              <a:cs typeface="Yu Gothic Medium"/>
            </a:endParaRPr>
          </a:p>
          <a:p>
            <a:pPr algn="ctr">
              <a:lnSpc>
                <a:spcPct val="100000"/>
              </a:lnSpc>
            </a:pPr>
            <a:r>
              <a:rPr sz="1350" spc="-8" dirty="0">
                <a:solidFill>
                  <a:srgbClr val="1B2731"/>
                </a:solidFill>
                <a:latin typeface="Meiryo" panose="020B0604030504040204" pitchFamily="34" charset="-128"/>
                <a:ea typeface="Meiryo" panose="020B0604030504040204" pitchFamily="34" charset="-128"/>
                <a:cs typeface="Yu Gothic Medium"/>
              </a:rPr>
              <a:t>(</a:t>
            </a:r>
            <a:r>
              <a:rPr lang="en-US" sz="1350" spc="-8" dirty="0" err="1">
                <a:solidFill>
                  <a:srgbClr val="1B2731"/>
                </a:solidFill>
                <a:latin typeface="Meiryo" panose="020B0604030504040204" pitchFamily="34" charset="-128"/>
                <a:ea typeface="Meiryo" panose="020B0604030504040204" pitchFamily="34" charset="-128"/>
                <a:cs typeface="Yu Gothic Medium"/>
              </a:rPr>
              <a:t>yamao</a:t>
            </a:r>
            <a:r>
              <a:rPr sz="1350" spc="-8" dirty="0">
                <a:solidFill>
                  <a:srgbClr val="1B2731"/>
                </a:solidFill>
                <a:latin typeface="Meiryo" panose="020B0604030504040204" pitchFamily="34" charset="-128"/>
                <a:ea typeface="Meiryo" panose="020B0604030504040204" pitchFamily="34" charset="-128"/>
                <a:cs typeface="Yu Gothic Medium"/>
              </a:rPr>
              <a:t>/</a:t>
            </a:r>
            <a:r>
              <a:rPr lang="en-US" sz="1350" spc="-8" dirty="0">
                <a:solidFill>
                  <a:srgbClr val="1B2731"/>
                </a:solidFill>
                <a:latin typeface="Meiryo" panose="020B0604030504040204" pitchFamily="34" charset="-128"/>
                <a:ea typeface="Meiryo" panose="020B0604030504040204" pitchFamily="34" charset="-128"/>
                <a:cs typeface="Yu Gothic Medium"/>
              </a:rPr>
              <a:t>devel</a:t>
            </a:r>
            <a:r>
              <a:rPr sz="1350" spc="-8" dirty="0">
                <a:solidFill>
                  <a:srgbClr val="1B2731"/>
                </a:solidFill>
                <a:latin typeface="Meiryo" panose="020B0604030504040204" pitchFamily="34" charset="-128"/>
                <a:ea typeface="Meiryo" panose="020B0604030504040204" pitchFamily="34" charset="-128"/>
                <a:cs typeface="Yu Gothic Medium"/>
              </a:rPr>
              <a:t>/func1)</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30" name="object 13">
            <a:extLst>
              <a:ext uri="{FF2B5EF4-FFF2-40B4-BE49-F238E27FC236}">
                <a16:creationId xmlns:a16="http://schemas.microsoft.com/office/drawing/2014/main" id="{549D2A5A-75D5-D7A3-BFC3-FB46303D07D6}"/>
              </a:ext>
            </a:extLst>
          </p:cNvPr>
          <p:cNvSpPr txBox="1"/>
          <p:nvPr/>
        </p:nvSpPr>
        <p:spPr>
          <a:xfrm>
            <a:off x="472402" y="4769144"/>
            <a:ext cx="2173910" cy="494366"/>
          </a:xfrm>
          <a:prstGeom prst="rect">
            <a:avLst/>
          </a:prstGeom>
        </p:spPr>
        <p:txBody>
          <a:bodyPr vert="horz" wrap="square" lIns="0" tIns="9525" rIns="0" bIns="0" rtlCol="0">
            <a:spAutoFit/>
          </a:bodyPr>
          <a:lstStyle/>
          <a:p>
            <a:pPr algn="ctr">
              <a:spcBef>
                <a:spcPts val="75"/>
              </a:spcBef>
            </a:pPr>
            <a:r>
              <a:rPr sz="1350" spc="-15" dirty="0">
                <a:solidFill>
                  <a:srgbClr val="1B2731"/>
                </a:solidFill>
                <a:latin typeface="Meiryo" panose="020B0604030504040204" pitchFamily="34" charset="-128"/>
                <a:ea typeface="Meiryo" panose="020B0604030504040204" pitchFamily="34" charset="-128"/>
                <a:cs typeface="Yu Gothic Medium"/>
              </a:rPr>
              <a:t>個人ブランチ</a:t>
            </a:r>
            <a:endParaRPr sz="1350" dirty="0">
              <a:solidFill>
                <a:srgbClr val="1B2731"/>
              </a:solidFill>
              <a:latin typeface="Meiryo" panose="020B0604030504040204" pitchFamily="34" charset="-128"/>
              <a:ea typeface="Meiryo" panose="020B0604030504040204" pitchFamily="34" charset="-128"/>
              <a:cs typeface="Yu Gothic Medium"/>
            </a:endParaRPr>
          </a:p>
          <a:p>
            <a:pPr algn="ctr">
              <a:spcBef>
                <a:spcPts val="4"/>
              </a:spcBef>
            </a:pPr>
            <a:r>
              <a:rPr sz="1350" spc="-8" dirty="0">
                <a:solidFill>
                  <a:srgbClr val="1B2731"/>
                </a:solidFill>
                <a:latin typeface="Meiryo" panose="020B0604030504040204" pitchFamily="34" charset="-128"/>
                <a:ea typeface="Meiryo" panose="020B0604030504040204" pitchFamily="34" charset="-128"/>
                <a:cs typeface="Yu Gothic Medium"/>
              </a:rPr>
              <a:t>(</a:t>
            </a:r>
            <a:r>
              <a:rPr lang="en-US" spc="-8" dirty="0" err="1">
                <a:solidFill>
                  <a:srgbClr val="1B2731"/>
                </a:solidFill>
                <a:latin typeface="Meiryo" panose="020B0604030504040204" pitchFamily="34" charset="-128"/>
                <a:ea typeface="Meiryo" panose="020B0604030504040204" pitchFamily="34" charset="-128"/>
                <a:cs typeface="Yu Gothic Medium"/>
              </a:rPr>
              <a:t>k</a:t>
            </a:r>
            <a:r>
              <a:rPr lang="en-US" sz="1350" spc="-8" dirty="0" err="1">
                <a:solidFill>
                  <a:srgbClr val="1B2731"/>
                </a:solidFill>
                <a:latin typeface="Meiryo" panose="020B0604030504040204" pitchFamily="34" charset="-128"/>
                <a:ea typeface="Meiryo" panose="020B0604030504040204" pitchFamily="34" charset="-128"/>
                <a:cs typeface="Yu Gothic Medium"/>
              </a:rPr>
              <a:t>obayashi</a:t>
            </a:r>
            <a:r>
              <a:rPr sz="1350" spc="-8" dirty="0">
                <a:solidFill>
                  <a:srgbClr val="1B2731"/>
                </a:solidFill>
                <a:latin typeface="Meiryo" panose="020B0604030504040204" pitchFamily="34" charset="-128"/>
                <a:ea typeface="Meiryo" panose="020B0604030504040204" pitchFamily="34" charset="-128"/>
                <a:cs typeface="Yu Gothic Medium"/>
              </a:rPr>
              <a:t>/</a:t>
            </a:r>
            <a:r>
              <a:rPr lang="en-US" sz="1350" spc="-8" dirty="0">
                <a:solidFill>
                  <a:srgbClr val="1B2731"/>
                </a:solidFill>
                <a:latin typeface="Meiryo" panose="020B0604030504040204" pitchFamily="34" charset="-128"/>
                <a:ea typeface="Meiryo" panose="020B0604030504040204" pitchFamily="34" charset="-128"/>
                <a:cs typeface="Yu Gothic Medium"/>
              </a:rPr>
              <a:t>devel</a:t>
            </a:r>
            <a:r>
              <a:rPr sz="1350" spc="-8" dirty="0">
                <a:solidFill>
                  <a:srgbClr val="1B2731"/>
                </a:solidFill>
                <a:latin typeface="Meiryo" panose="020B0604030504040204" pitchFamily="34" charset="-128"/>
                <a:ea typeface="Meiryo" panose="020B0604030504040204" pitchFamily="34" charset="-128"/>
                <a:cs typeface="Yu Gothic Medium"/>
              </a:rPr>
              <a:t>/func2)</a:t>
            </a:r>
            <a:endParaRPr sz="1350" dirty="0">
              <a:solidFill>
                <a:srgbClr val="1B2731"/>
              </a:solidFill>
              <a:latin typeface="Meiryo" panose="020B0604030504040204" pitchFamily="34" charset="-128"/>
              <a:ea typeface="Meiryo" panose="020B0604030504040204" pitchFamily="34" charset="-128"/>
              <a:cs typeface="Yu Gothic Medium"/>
            </a:endParaRPr>
          </a:p>
        </p:txBody>
      </p:sp>
      <p:sp>
        <p:nvSpPr>
          <p:cNvPr id="15" name="Slide Number Placeholder 5">
            <a:extLst>
              <a:ext uri="{FF2B5EF4-FFF2-40B4-BE49-F238E27FC236}">
                <a16:creationId xmlns:a16="http://schemas.microsoft.com/office/drawing/2014/main" id="{DB9BDAFA-488E-A416-61FA-E40F82230346}"/>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14</a:t>
            </a:fld>
            <a:endParaRPr kumimoji="1" lang="ja-JP" altLang="en-US">
              <a:solidFill>
                <a:srgbClr val="1B2731"/>
              </a:solidFill>
            </a:endParaRPr>
          </a:p>
        </p:txBody>
      </p:sp>
      <p:sp>
        <p:nvSpPr>
          <p:cNvPr id="16" name="object 7">
            <a:extLst>
              <a:ext uri="{FF2B5EF4-FFF2-40B4-BE49-F238E27FC236}">
                <a16:creationId xmlns:a16="http://schemas.microsoft.com/office/drawing/2014/main" id="{97D7817B-DE86-0405-EAC5-BE6A3C643654}"/>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b="0" dirty="0">
                <a:solidFill>
                  <a:srgbClr val="1B2731"/>
                </a:solidFill>
                <a:latin typeface="Meiryo" panose="020B0604030504040204" pitchFamily="34" charset="-128"/>
              </a:rPr>
              <a:t>pull</a:t>
            </a:r>
            <a:r>
              <a:rPr lang="en" altLang="ja-JP" sz="3600" b="0" spc="428" dirty="0">
                <a:solidFill>
                  <a:srgbClr val="1B2731"/>
                </a:solidFill>
                <a:latin typeface="Meiryo" panose="020B0604030504040204" pitchFamily="34" charset="-128"/>
              </a:rPr>
              <a:t> </a:t>
            </a:r>
            <a:r>
              <a:rPr lang="en" altLang="ja-JP" sz="3600" b="0" spc="-90" dirty="0">
                <a:solidFill>
                  <a:srgbClr val="1B2731"/>
                </a:solidFill>
                <a:latin typeface="Meiryo" panose="020B0604030504040204" pitchFamily="34" charset="-128"/>
              </a:rPr>
              <a:t>request</a:t>
            </a:r>
            <a:endParaRPr lang="ja-JP" altLang="en-US" sz="3600" b="0" dirty="0">
              <a:solidFill>
                <a:srgbClr val="1B2731"/>
              </a:solidFill>
              <a:latin typeface="Meiryo" panose="020B0604030504040204" pitchFamily="34"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76336" y="1511707"/>
            <a:ext cx="6348464" cy="4590602"/>
          </a:xfrm>
          <a:prstGeom prst="rect">
            <a:avLst/>
          </a:prstGeom>
        </p:spPr>
      </p:pic>
      <p:sp>
        <p:nvSpPr>
          <p:cNvPr id="5" name="テキスト ボックス 4">
            <a:extLst>
              <a:ext uri="{FF2B5EF4-FFF2-40B4-BE49-F238E27FC236}">
                <a16:creationId xmlns:a16="http://schemas.microsoft.com/office/drawing/2014/main" id="{979F8A79-B021-833C-AF32-DD774ABA649D}"/>
              </a:ext>
            </a:extLst>
          </p:cNvPr>
          <p:cNvSpPr txBox="1"/>
          <p:nvPr/>
        </p:nvSpPr>
        <p:spPr>
          <a:xfrm>
            <a:off x="762000" y="1084033"/>
            <a:ext cx="4251670" cy="461665"/>
          </a:xfrm>
          <a:prstGeom prst="rect">
            <a:avLst/>
          </a:prstGeom>
          <a:noFill/>
        </p:spPr>
        <p:txBody>
          <a:bodyPr wrap="square" rtlCol="0">
            <a:spAutoFit/>
          </a:bodyPr>
          <a:lstStyle/>
          <a:p>
            <a:r>
              <a:rPr kumimoji="1" lang="ja-JP" altLang="en-US" sz="2400">
                <a:solidFill>
                  <a:srgbClr val="1B2731"/>
                </a:solidFill>
                <a:latin typeface="Meiryo" panose="020B0604030504040204" pitchFamily="34" charset="-128"/>
                <a:ea typeface="Meiryo" panose="020B0604030504040204" pitchFamily="34" charset="-128"/>
              </a:rPr>
              <a:t>ブランチ作成からマージまで</a:t>
            </a:r>
          </a:p>
        </p:txBody>
      </p:sp>
      <p:sp>
        <p:nvSpPr>
          <p:cNvPr id="3" name="Slide Number Placeholder 5">
            <a:extLst>
              <a:ext uri="{FF2B5EF4-FFF2-40B4-BE49-F238E27FC236}">
                <a16:creationId xmlns:a16="http://schemas.microsoft.com/office/drawing/2014/main" id="{60C90EE0-65C7-AD56-B578-9758C38A11D6}"/>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15</a:t>
            </a:fld>
            <a:endParaRPr kumimoji="1" lang="ja-JP" altLang="en-US">
              <a:solidFill>
                <a:srgbClr val="1B2731"/>
              </a:solidFill>
            </a:endParaRPr>
          </a:p>
        </p:txBody>
      </p:sp>
      <p:sp>
        <p:nvSpPr>
          <p:cNvPr id="6" name="object 7">
            <a:extLst>
              <a:ext uri="{FF2B5EF4-FFF2-40B4-BE49-F238E27FC236}">
                <a16:creationId xmlns:a16="http://schemas.microsoft.com/office/drawing/2014/main" id="{0C0A1394-A75F-F303-D92C-761866C74ECF}"/>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dirty="0" err="1">
                <a:solidFill>
                  <a:srgbClr val="1B2731"/>
                </a:solidFill>
                <a:latin typeface="Meiryo" panose="020B0604030504040204" pitchFamily="34" charset="-128"/>
              </a:rPr>
              <a:t>フローチャート</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2699E-C1AD-E848-28D1-4DFE144BE9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98442C-FD8A-A50D-00BC-FEB198A5F913}"/>
              </a:ext>
            </a:extLst>
          </p:cNvPr>
          <p:cNvSpPr txBox="1">
            <a:spLocks noGrp="1"/>
          </p:cNvSpPr>
          <p:nvPr>
            <p:ph type="title"/>
          </p:nvPr>
        </p:nvSpPr>
        <p:spPr>
          <a:xfrm>
            <a:off x="2272180" y="3147192"/>
            <a:ext cx="4599641" cy="563616"/>
          </a:xfrm>
          <a:prstGeom prst="rect">
            <a:avLst/>
          </a:prstGeom>
        </p:spPr>
        <p:txBody>
          <a:bodyPr vert="horz" wrap="square" lIns="0" tIns="9525" rIns="0" bIns="0" rtlCol="0">
            <a:spAutoFit/>
          </a:bodyPr>
          <a:lstStyle/>
          <a:p>
            <a:pPr marL="9525">
              <a:spcBef>
                <a:spcPts val="75"/>
              </a:spcBef>
            </a:pPr>
            <a:r>
              <a:rPr lang="en-US" altLang="ja-JP" sz="3600" spc="172" dirty="0">
                <a:solidFill>
                  <a:srgbClr val="1B2731"/>
                </a:solidFill>
                <a:latin typeface="Meiryo" panose="020B0604030504040204" pitchFamily="34" charset="-128"/>
              </a:rPr>
              <a:t>Git</a:t>
            </a:r>
            <a:r>
              <a:rPr lang="ja-JP" altLang="en-US" sz="3600" spc="172">
                <a:solidFill>
                  <a:srgbClr val="1B2731"/>
                </a:solidFill>
                <a:latin typeface="Meiryo" panose="020B0604030504040204" pitchFamily="34" charset="-128"/>
              </a:rPr>
              <a:t>を扱う際の注意点</a:t>
            </a:r>
            <a:endParaRPr sz="3600" dirty="0">
              <a:solidFill>
                <a:srgbClr val="1B2731"/>
              </a:solidFill>
              <a:latin typeface="Meiryo" panose="020B0604030504040204" pitchFamily="34" charset="-128"/>
            </a:endParaRPr>
          </a:p>
        </p:txBody>
      </p:sp>
      <p:sp>
        <p:nvSpPr>
          <p:cNvPr id="3" name="Slide Number Placeholder 5">
            <a:extLst>
              <a:ext uri="{FF2B5EF4-FFF2-40B4-BE49-F238E27FC236}">
                <a16:creationId xmlns:a16="http://schemas.microsoft.com/office/drawing/2014/main" id="{2EDE6337-FBB4-0077-8F62-21CF4B3BF350}"/>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16</a:t>
            </a:fld>
            <a:endParaRPr kumimoji="1" lang="ja-JP" altLang="en-US">
              <a:solidFill>
                <a:srgbClr val="1B2731"/>
              </a:solidFill>
            </a:endParaRPr>
          </a:p>
        </p:txBody>
      </p:sp>
    </p:spTree>
    <p:extLst>
      <p:ext uri="{BB962C8B-B14F-4D97-AF65-F5344CB8AC3E}">
        <p14:creationId xmlns:p14="http://schemas.microsoft.com/office/powerpoint/2010/main" val="180848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337B-B040-04C2-2B11-1550E0C7F9A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4E23878-EA56-C219-1571-B22D5F589742}"/>
              </a:ext>
            </a:extLst>
          </p:cNvPr>
          <p:cNvSpPr txBox="1"/>
          <p:nvPr/>
        </p:nvSpPr>
        <p:spPr>
          <a:xfrm>
            <a:off x="403783" y="2171700"/>
            <a:ext cx="8511617" cy="4167327"/>
          </a:xfrm>
          <a:prstGeom prst="rect">
            <a:avLst/>
          </a:prstGeom>
        </p:spPr>
        <p:txBody>
          <a:bodyPr vert="horz" wrap="square" lIns="0" tIns="9049" rIns="0" bIns="0" rtlCol="0">
            <a:spAutoFit/>
          </a:bodyPr>
          <a:lstStyle/>
          <a:p>
            <a:pPr marL="9525">
              <a:lnSpc>
                <a:spcPct val="150000"/>
              </a:lnSpc>
              <a:spcBef>
                <a:spcPts val="71"/>
              </a:spcBef>
            </a:pPr>
            <a:r>
              <a:rPr sz="2100" spc="-68" dirty="0">
                <a:solidFill>
                  <a:srgbClr val="1B2731"/>
                </a:solidFill>
                <a:latin typeface="Meiryo" panose="020B0604030504040204" pitchFamily="34" charset="-128"/>
                <a:ea typeface="Meiryo" panose="020B0604030504040204" pitchFamily="34" charset="-128"/>
                <a:cs typeface="Yu Gothic Medium"/>
              </a:rPr>
              <a:t>・</a:t>
            </a:r>
            <a:r>
              <a:rPr lang="ja-JP" altLang="en-US" sz="2100" spc="-68">
                <a:solidFill>
                  <a:srgbClr val="1B2731"/>
                </a:solidFill>
                <a:latin typeface="Meiryo" panose="020B0604030504040204" pitchFamily="34" charset="-128"/>
                <a:ea typeface="Meiryo" panose="020B0604030504040204" pitchFamily="34" charset="-128"/>
                <a:cs typeface="Yu Gothic Medium"/>
              </a:rPr>
              <a:t>ブランチ名</a:t>
            </a:r>
            <a:endParaRPr sz="2100" dirty="0">
              <a:solidFill>
                <a:srgbClr val="1B2731"/>
              </a:solidFill>
              <a:latin typeface="Meiryo" panose="020B0604030504040204" pitchFamily="34" charset="-128"/>
              <a:ea typeface="Meiryo" panose="020B0604030504040204" pitchFamily="34" charset="-128"/>
              <a:cs typeface="Yu Gothic Medium"/>
            </a:endParaRPr>
          </a:p>
          <a:p>
            <a:pPr marL="695325" marR="214313">
              <a:lnSpc>
                <a:spcPct val="150000"/>
              </a:lnSpc>
              <a:spcBef>
                <a:spcPts val="4"/>
              </a:spcBef>
            </a:pPr>
            <a:r>
              <a:rPr lang="ja-JP" altLang="en-US" sz="2100" spc="-64">
                <a:solidFill>
                  <a:srgbClr val="1B2731"/>
                </a:solidFill>
                <a:latin typeface="Meiryo" panose="020B0604030504040204" pitchFamily="34" charset="-128"/>
                <a:ea typeface="Meiryo" panose="020B0604030504040204" pitchFamily="34" charset="-128"/>
                <a:cs typeface="Yu Gothic Medium"/>
              </a:rPr>
              <a:t>自分の名前</a:t>
            </a:r>
            <a:r>
              <a:rPr lang="en-US" altLang="ja-JP" sz="2100" spc="-64" dirty="0">
                <a:solidFill>
                  <a:srgbClr val="1B2731"/>
                </a:solidFill>
                <a:latin typeface="Meiryo" panose="020B0604030504040204" pitchFamily="34" charset="-128"/>
                <a:ea typeface="Meiryo" panose="020B0604030504040204" pitchFamily="34" charset="-128"/>
                <a:cs typeface="Yu Gothic Medium"/>
              </a:rPr>
              <a:t>/</a:t>
            </a:r>
            <a:r>
              <a:rPr lang="ja-JP" altLang="en-US" sz="2100" spc="-64">
                <a:solidFill>
                  <a:srgbClr val="1B2731"/>
                </a:solidFill>
                <a:latin typeface="Meiryo" panose="020B0604030504040204" pitchFamily="34" charset="-128"/>
                <a:ea typeface="Meiryo" panose="020B0604030504040204" pitchFamily="34" charset="-128"/>
                <a:cs typeface="Yu Gothic Medium"/>
              </a:rPr>
              <a:t>開発カテゴリ</a:t>
            </a:r>
            <a:r>
              <a:rPr lang="en-US" altLang="ja-JP" sz="2100" spc="-64" dirty="0">
                <a:solidFill>
                  <a:srgbClr val="1B2731"/>
                </a:solidFill>
                <a:latin typeface="Meiryo" panose="020B0604030504040204" pitchFamily="34" charset="-128"/>
                <a:ea typeface="Meiryo" panose="020B0604030504040204" pitchFamily="34" charset="-128"/>
                <a:cs typeface="Yu Gothic Medium"/>
              </a:rPr>
              <a:t>/</a:t>
            </a:r>
            <a:r>
              <a:rPr lang="ja-JP" altLang="en-US" sz="2100" spc="-64">
                <a:solidFill>
                  <a:srgbClr val="1B2731"/>
                </a:solidFill>
                <a:latin typeface="Meiryo" panose="020B0604030504040204" pitchFamily="34" charset="-128"/>
                <a:ea typeface="Meiryo" panose="020B0604030504040204" pitchFamily="34" charset="-128"/>
                <a:cs typeface="Yu Gothic Medium"/>
              </a:rPr>
              <a:t>開発内容</a:t>
            </a:r>
            <a:r>
              <a:rPr lang="en-US" altLang="ja-JP" sz="2100" spc="-64" dirty="0">
                <a:solidFill>
                  <a:srgbClr val="1B2731"/>
                </a:solidFill>
                <a:latin typeface="Meiryo" panose="020B0604030504040204" pitchFamily="34" charset="-128"/>
                <a:ea typeface="Meiryo" panose="020B0604030504040204" pitchFamily="34" charset="-128"/>
                <a:cs typeface="Yu Gothic Medium"/>
              </a:rPr>
              <a:t> </a:t>
            </a:r>
            <a:r>
              <a:rPr lang="ja-JP" altLang="en-US" sz="2100" spc="-64">
                <a:solidFill>
                  <a:srgbClr val="1B2731"/>
                </a:solidFill>
                <a:latin typeface="Meiryo" panose="020B0604030504040204" pitchFamily="34" charset="-128"/>
                <a:ea typeface="Meiryo" panose="020B0604030504040204" pitchFamily="34" charset="-128"/>
                <a:cs typeface="Yu Gothic Medium"/>
              </a:rPr>
              <a:t>としてください</a:t>
            </a:r>
            <a:endParaRPr lang="en-US" altLang="ja-JP" sz="2100" spc="-64" dirty="0">
              <a:solidFill>
                <a:srgbClr val="1B2731"/>
              </a:solidFill>
              <a:latin typeface="Meiryo" panose="020B0604030504040204" pitchFamily="34" charset="-128"/>
              <a:ea typeface="Meiryo" panose="020B0604030504040204" pitchFamily="34" charset="-128"/>
              <a:cs typeface="Yu Gothic Medium"/>
            </a:endParaRPr>
          </a:p>
          <a:p>
            <a:pPr marL="695325" marR="214313">
              <a:lnSpc>
                <a:spcPct val="150000"/>
              </a:lnSpc>
              <a:spcBef>
                <a:spcPts val="4"/>
              </a:spcBef>
            </a:pPr>
            <a:r>
              <a:rPr lang="en-US" altLang="ja-JP" sz="2100" spc="-64" dirty="0">
                <a:solidFill>
                  <a:srgbClr val="1B2731"/>
                </a:solidFill>
                <a:latin typeface="Meiryo" panose="020B0604030504040204" pitchFamily="34" charset="-128"/>
                <a:ea typeface="Meiryo" panose="020B0604030504040204" pitchFamily="34" charset="-128"/>
                <a:cs typeface="Yu Gothic Medium"/>
              </a:rPr>
              <a:t>(</a:t>
            </a:r>
            <a:r>
              <a:rPr lang="ja-JP" altLang="en-US" sz="2100" spc="-64">
                <a:solidFill>
                  <a:srgbClr val="1B2731"/>
                </a:solidFill>
                <a:latin typeface="Meiryo" panose="020B0604030504040204" pitchFamily="34" charset="-128"/>
                <a:ea typeface="Meiryo" panose="020B0604030504040204" pitchFamily="34" charset="-128"/>
                <a:cs typeface="Yu Gothic Medium"/>
              </a:rPr>
              <a:t>例</a:t>
            </a:r>
            <a:r>
              <a:rPr lang="en-US" altLang="ja-JP" sz="2100" spc="-64" dirty="0">
                <a:solidFill>
                  <a:srgbClr val="1B2731"/>
                </a:solidFill>
                <a:latin typeface="Meiryo" panose="020B0604030504040204" pitchFamily="34" charset="-128"/>
                <a:ea typeface="Meiryo" panose="020B0604030504040204" pitchFamily="34" charset="-128"/>
                <a:cs typeface="Yu Gothic Medium"/>
              </a:rPr>
              <a:t>) </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yamao</a:t>
            </a:r>
            <a:r>
              <a:rPr lang="en-US" altLang="ja-JP" sz="2100" spc="-64" dirty="0">
                <a:solidFill>
                  <a:srgbClr val="1B2731"/>
                </a:solidFill>
                <a:latin typeface="Meiryo" panose="020B0604030504040204" pitchFamily="34" charset="-128"/>
                <a:ea typeface="Meiryo" panose="020B0604030504040204" pitchFamily="34" charset="-128"/>
                <a:cs typeface="Yu Gothic Medium"/>
              </a:rPr>
              <a:t>/devel/</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add_human_detection</a:t>
            </a:r>
            <a:r>
              <a:rPr lang="en-US" altLang="ja-JP" sz="2100" spc="-64" dirty="0">
                <a:solidFill>
                  <a:srgbClr val="1B2731"/>
                </a:solidFill>
                <a:latin typeface="Meiryo" panose="020B0604030504040204" pitchFamily="34" charset="-128"/>
                <a:ea typeface="Meiryo" panose="020B0604030504040204" pitchFamily="34" charset="-128"/>
                <a:cs typeface="Yu Gothic Medium"/>
              </a:rPr>
              <a:t> </a:t>
            </a:r>
            <a:r>
              <a:rPr lang="ja-JP" altLang="en-US" sz="2100" spc="-64">
                <a:solidFill>
                  <a:srgbClr val="1B2731"/>
                </a:solidFill>
                <a:latin typeface="Meiryo" panose="020B0604030504040204" pitchFamily="34" charset="-128"/>
                <a:ea typeface="Meiryo" panose="020B0604030504040204" pitchFamily="34" charset="-128"/>
                <a:cs typeface="Yu Gothic Medium"/>
              </a:rPr>
              <a:t>，</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yamao</a:t>
            </a:r>
            <a:r>
              <a:rPr lang="en-US" altLang="ja-JP" sz="2100" spc="-64" dirty="0">
                <a:solidFill>
                  <a:srgbClr val="1B2731"/>
                </a:solidFill>
                <a:latin typeface="Meiryo" panose="020B0604030504040204" pitchFamily="34" charset="-128"/>
                <a:ea typeface="Meiryo" panose="020B0604030504040204" pitchFamily="34" charset="-128"/>
                <a:cs typeface="Yu Gothic Medium"/>
              </a:rPr>
              <a:t>/hotfix/</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bug_fix</a:t>
            </a:r>
            <a:endParaRPr lang="en-US" altLang="ja-JP" sz="2100" spc="-64" dirty="0">
              <a:solidFill>
                <a:srgbClr val="1B2731"/>
              </a:solidFill>
              <a:latin typeface="Meiryo" panose="020B0604030504040204" pitchFamily="34" charset="-128"/>
              <a:ea typeface="Meiryo" panose="020B0604030504040204" pitchFamily="34" charset="-128"/>
              <a:cs typeface="Yu Gothic Medium"/>
            </a:endParaRPr>
          </a:p>
          <a:p>
            <a:pPr marL="695325" marR="214313">
              <a:lnSpc>
                <a:spcPct val="150000"/>
              </a:lnSpc>
              <a:spcBef>
                <a:spcPts val="4"/>
              </a:spcBef>
            </a:pPr>
            <a:r>
              <a:rPr lang="en-US" altLang="ja-JP" sz="2100" spc="-64" dirty="0">
                <a:solidFill>
                  <a:srgbClr val="1B2731"/>
                </a:solidFill>
                <a:latin typeface="Meiryo" panose="020B0604030504040204" pitchFamily="34" charset="-128"/>
                <a:ea typeface="Meiryo" panose="020B0604030504040204" pitchFamily="34" charset="-128"/>
                <a:cs typeface="Yu Gothic Medium"/>
              </a:rPr>
              <a:t>       </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yamao</a:t>
            </a:r>
            <a:r>
              <a:rPr lang="en-US" altLang="ja-JP" sz="2100" spc="-64" dirty="0">
                <a:solidFill>
                  <a:srgbClr val="1B2731"/>
                </a:solidFill>
                <a:latin typeface="Meiryo" panose="020B0604030504040204" pitchFamily="34" charset="-128"/>
                <a:ea typeface="Meiryo" panose="020B0604030504040204" pitchFamily="34" charset="-128"/>
                <a:cs typeface="Yu Gothic Medium"/>
              </a:rPr>
              <a:t>/check/</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mask_filter</a:t>
            </a:r>
            <a:r>
              <a:rPr lang="en-US" altLang="ja-JP" sz="2100" spc="-64" dirty="0">
                <a:solidFill>
                  <a:srgbClr val="1B2731"/>
                </a:solidFill>
                <a:latin typeface="Meiryo" panose="020B0604030504040204" pitchFamily="34" charset="-128"/>
                <a:ea typeface="Meiryo" panose="020B0604030504040204" pitchFamily="34" charset="-128"/>
                <a:cs typeface="Yu Gothic Medium"/>
              </a:rPr>
              <a:t> </a:t>
            </a:r>
            <a:r>
              <a:rPr lang="ja-JP" altLang="en-US" sz="2100" spc="-64">
                <a:solidFill>
                  <a:srgbClr val="1B2731"/>
                </a:solidFill>
                <a:latin typeface="Meiryo" panose="020B0604030504040204" pitchFamily="34" charset="-128"/>
                <a:ea typeface="Meiryo" panose="020B0604030504040204" pitchFamily="34" charset="-128"/>
                <a:cs typeface="Yu Gothic Medium"/>
              </a:rPr>
              <a:t>，</a:t>
            </a:r>
            <a:r>
              <a:rPr lang="en-US" altLang="ja-JP" sz="2100" spc="-64" dirty="0">
                <a:solidFill>
                  <a:srgbClr val="1B2731"/>
                </a:solidFill>
                <a:latin typeface="Meiryo" panose="020B0604030504040204" pitchFamily="34" charset="-128"/>
                <a:ea typeface="Meiryo" panose="020B0604030504040204" pitchFamily="34" charset="-128"/>
                <a:cs typeface="Yu Gothic Medium"/>
              </a:rPr>
              <a:t> </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yamao</a:t>
            </a:r>
            <a:r>
              <a:rPr lang="en-US" altLang="ja-JP" sz="2100" spc="-64" dirty="0">
                <a:solidFill>
                  <a:srgbClr val="1B2731"/>
                </a:solidFill>
                <a:latin typeface="Meiryo" panose="020B0604030504040204" pitchFamily="34" charset="-128"/>
                <a:ea typeface="Meiryo" panose="020B0604030504040204" pitchFamily="34" charset="-128"/>
                <a:cs typeface="Yu Gothic Medium"/>
              </a:rPr>
              <a:t>/fix/</a:t>
            </a:r>
            <a:r>
              <a:rPr lang="en-US" altLang="ja-JP" sz="2100" spc="-64" dirty="0" err="1">
                <a:solidFill>
                  <a:srgbClr val="1B2731"/>
                </a:solidFill>
                <a:latin typeface="Meiryo" panose="020B0604030504040204" pitchFamily="34" charset="-128"/>
                <a:ea typeface="Meiryo" panose="020B0604030504040204" pitchFamily="34" charset="-128"/>
                <a:cs typeface="Yu Gothic Medium"/>
              </a:rPr>
              <a:t>order_bug</a:t>
            </a:r>
            <a:endParaRPr lang="ja-JP" altLang="en-US" sz="2100">
              <a:solidFill>
                <a:srgbClr val="1B2731"/>
              </a:solidFill>
              <a:latin typeface="Meiryo" panose="020B0604030504040204" pitchFamily="34" charset="-128"/>
              <a:ea typeface="Meiryo" panose="020B0604030504040204" pitchFamily="34" charset="-128"/>
              <a:cs typeface="Yu Gothic Medium"/>
            </a:endParaRPr>
          </a:p>
          <a:p>
            <a:pPr marL="9525">
              <a:lnSpc>
                <a:spcPct val="150000"/>
              </a:lnSpc>
              <a:spcBef>
                <a:spcPts val="2520"/>
              </a:spcBef>
            </a:pPr>
            <a:r>
              <a:rPr lang="ja-JP" altLang="en-US" sz="2100" spc="-64">
                <a:solidFill>
                  <a:srgbClr val="1B2731"/>
                </a:solidFill>
                <a:latin typeface="Meiryo" panose="020B0604030504040204" pitchFamily="34" charset="-128"/>
                <a:ea typeface="Meiryo" panose="020B0604030504040204" pitchFamily="34" charset="-128"/>
                <a:cs typeface="Yu Gothic Medium"/>
              </a:rPr>
              <a:t>・コミットメッセージ</a:t>
            </a:r>
            <a:endParaRPr lang="ja-JP" altLang="en-US" sz="2100">
              <a:solidFill>
                <a:srgbClr val="1B2731"/>
              </a:solidFill>
              <a:latin typeface="Meiryo" panose="020B0604030504040204" pitchFamily="34" charset="-128"/>
              <a:ea typeface="Meiryo" panose="020B0604030504040204" pitchFamily="34" charset="-128"/>
              <a:cs typeface="Yu Gothic Medium"/>
            </a:endParaRPr>
          </a:p>
          <a:p>
            <a:pPr marL="695325" marR="3810">
              <a:lnSpc>
                <a:spcPct val="150000"/>
              </a:lnSpc>
            </a:pPr>
            <a:r>
              <a:rPr lang="ja-JP" altLang="en-US" sz="2100" spc="-56">
                <a:solidFill>
                  <a:srgbClr val="1B2731"/>
                </a:solidFill>
                <a:latin typeface="Meiryo" panose="020B0604030504040204" pitchFamily="34" charset="-128"/>
                <a:ea typeface="Meiryo" panose="020B0604030504040204" pitchFamily="34" charset="-128"/>
                <a:cs typeface="Yu Gothic Medium"/>
              </a:rPr>
              <a:t>開発内容が分かりやすいメッセージにしてください</a:t>
            </a:r>
            <a:endParaRPr lang="en-US" altLang="ja-JP" sz="2100" spc="-56" dirty="0">
              <a:solidFill>
                <a:srgbClr val="1B2731"/>
              </a:solidFill>
              <a:latin typeface="Meiryo" panose="020B0604030504040204" pitchFamily="34" charset="-128"/>
              <a:ea typeface="Meiryo" panose="020B0604030504040204" pitchFamily="34" charset="-128"/>
              <a:cs typeface="Yu Gothic Medium"/>
            </a:endParaRPr>
          </a:p>
          <a:p>
            <a:pPr marL="695325" marR="3810">
              <a:lnSpc>
                <a:spcPct val="150000"/>
              </a:lnSpc>
            </a:pPr>
            <a:r>
              <a:rPr lang="en-US" sz="2100" spc="-56" dirty="0">
                <a:solidFill>
                  <a:srgbClr val="1B2731"/>
                </a:solidFill>
                <a:latin typeface="Meiryo" panose="020B0604030504040204" pitchFamily="34" charset="-128"/>
                <a:ea typeface="Meiryo" panose="020B0604030504040204" pitchFamily="34" charset="-128"/>
                <a:cs typeface="Yu Gothic Medium"/>
              </a:rPr>
              <a:t>(</a:t>
            </a:r>
            <a:r>
              <a:rPr lang="en-US" sz="2100" spc="-56" dirty="0" err="1">
                <a:solidFill>
                  <a:srgbClr val="1B2731"/>
                </a:solidFill>
                <a:latin typeface="Meiryo" panose="020B0604030504040204" pitchFamily="34" charset="-128"/>
                <a:ea typeface="Meiryo" panose="020B0604030504040204" pitchFamily="34" charset="-128"/>
                <a:cs typeface="Yu Gothic Medium"/>
              </a:rPr>
              <a:t>例</a:t>
            </a:r>
            <a:r>
              <a:rPr lang="en-US" sz="2100" spc="-56" dirty="0">
                <a:solidFill>
                  <a:srgbClr val="1B2731"/>
                </a:solidFill>
                <a:latin typeface="Meiryo" panose="020B0604030504040204" pitchFamily="34" charset="-128"/>
                <a:ea typeface="Meiryo" panose="020B0604030504040204" pitchFamily="34" charset="-128"/>
                <a:cs typeface="Yu Gothic Medium"/>
              </a:rPr>
              <a:t>) </a:t>
            </a:r>
            <a:r>
              <a:rPr lang="en-US" sz="2100" spc="-56" dirty="0" err="1">
                <a:solidFill>
                  <a:srgbClr val="1B2731"/>
                </a:solidFill>
                <a:latin typeface="Meiryo" panose="020B0604030504040204" pitchFamily="34" charset="-128"/>
                <a:ea typeface="Meiryo" panose="020B0604030504040204" pitchFamily="34" charset="-128"/>
                <a:cs typeface="Yu Gothic Medium"/>
              </a:rPr>
              <a:t>人物認識の機能を追加</a:t>
            </a:r>
            <a:r>
              <a:rPr lang="en-US" sz="2100" spc="-56" dirty="0">
                <a:solidFill>
                  <a:srgbClr val="1B2731"/>
                </a:solidFill>
                <a:latin typeface="Meiryo" panose="020B0604030504040204" pitchFamily="34" charset="-128"/>
                <a:ea typeface="Meiryo" panose="020B0604030504040204" pitchFamily="34" charset="-128"/>
                <a:cs typeface="Yu Gothic Medium"/>
              </a:rPr>
              <a:t> ， </a:t>
            </a:r>
            <a:r>
              <a:rPr lang="en-US" sz="2100" spc="-56" dirty="0" err="1">
                <a:solidFill>
                  <a:srgbClr val="1B2731"/>
                </a:solidFill>
                <a:latin typeface="Meiryo" panose="020B0604030504040204" pitchFamily="34" charset="-128"/>
                <a:ea typeface="Meiryo" panose="020B0604030504040204" pitchFamily="34" charset="-128"/>
                <a:cs typeface="Yu Gothic Medium"/>
              </a:rPr>
              <a:t>マスク処理の微修正</a:t>
            </a:r>
            <a:endParaRPr sz="2100" dirty="0">
              <a:solidFill>
                <a:srgbClr val="1B2731"/>
              </a:solidFill>
              <a:latin typeface="Meiryo" panose="020B0604030504040204" pitchFamily="34" charset="-128"/>
              <a:ea typeface="Meiryo" panose="020B0604030504040204" pitchFamily="34" charset="-128"/>
              <a:cs typeface="Yu Gothic Medium"/>
            </a:endParaRPr>
          </a:p>
        </p:txBody>
      </p:sp>
      <p:sp>
        <p:nvSpPr>
          <p:cNvPr id="4" name="テキスト ボックス 3">
            <a:extLst>
              <a:ext uri="{FF2B5EF4-FFF2-40B4-BE49-F238E27FC236}">
                <a16:creationId xmlns:a16="http://schemas.microsoft.com/office/drawing/2014/main" id="{2D61BB70-1740-B2B4-EB52-F56B336DC8B7}"/>
              </a:ext>
            </a:extLst>
          </p:cNvPr>
          <p:cNvSpPr txBox="1"/>
          <p:nvPr/>
        </p:nvSpPr>
        <p:spPr>
          <a:xfrm>
            <a:off x="4641770" y="1416309"/>
            <a:ext cx="3892412" cy="323165"/>
          </a:xfrm>
          <a:prstGeom prst="rect">
            <a:avLst/>
          </a:prstGeom>
          <a:noFill/>
        </p:spPr>
        <p:txBody>
          <a:bodyPr wrap="none" rtlCol="0">
            <a:spAutoFit/>
          </a:bodyPr>
          <a:lstStyle/>
          <a:p>
            <a:r>
              <a:rPr kumimoji="1" lang="en-US" altLang="ja-JP" sz="1500" dirty="0">
                <a:solidFill>
                  <a:srgbClr val="1B2731"/>
                </a:solidFill>
                <a:latin typeface="Meiryo" panose="020B0604030504040204" pitchFamily="34" charset="-128"/>
                <a:ea typeface="Meiryo" panose="020B0604030504040204" pitchFamily="34" charset="-128"/>
              </a:rPr>
              <a:t>※ </a:t>
            </a:r>
            <a:r>
              <a:rPr kumimoji="1" lang="ja-JP" altLang="en-US" sz="1500">
                <a:solidFill>
                  <a:srgbClr val="1B2731"/>
                </a:solidFill>
                <a:latin typeface="Meiryo" panose="020B0604030504040204" pitchFamily="34" charset="-128"/>
                <a:ea typeface="Meiryo" panose="020B0604030504040204" pitchFamily="34" charset="-128"/>
              </a:rPr>
              <a:t>命名規則はチームによって大きく異なる</a:t>
            </a:r>
          </a:p>
        </p:txBody>
      </p:sp>
      <p:sp>
        <p:nvSpPr>
          <p:cNvPr id="5" name="テキスト ボックス 4">
            <a:extLst>
              <a:ext uri="{FF2B5EF4-FFF2-40B4-BE49-F238E27FC236}">
                <a16:creationId xmlns:a16="http://schemas.microsoft.com/office/drawing/2014/main" id="{2439A7AC-6F13-0942-E48A-C72685C89553}"/>
              </a:ext>
            </a:extLst>
          </p:cNvPr>
          <p:cNvSpPr txBox="1"/>
          <p:nvPr/>
        </p:nvSpPr>
        <p:spPr>
          <a:xfrm>
            <a:off x="8379619" y="3118247"/>
            <a:ext cx="184731" cy="369332"/>
          </a:xfrm>
          <a:prstGeom prst="rect">
            <a:avLst/>
          </a:prstGeom>
          <a:noFill/>
        </p:spPr>
        <p:txBody>
          <a:bodyPr wrap="none" rtlCol="0">
            <a:spAutoFit/>
          </a:bodyPr>
          <a:lstStyle/>
          <a:p>
            <a:endParaRPr kumimoji="1" lang="ja-JP" altLang="en-US">
              <a:solidFill>
                <a:srgbClr val="1B2731"/>
              </a:solidFill>
              <a:latin typeface="Meiryo" panose="020B0604030504040204" pitchFamily="34" charset="-128"/>
              <a:ea typeface="Meiryo" panose="020B0604030504040204" pitchFamily="34" charset="-128"/>
            </a:endParaRPr>
          </a:p>
        </p:txBody>
      </p:sp>
      <p:sp>
        <p:nvSpPr>
          <p:cNvPr id="6" name="Slide Number Placeholder 5">
            <a:extLst>
              <a:ext uri="{FF2B5EF4-FFF2-40B4-BE49-F238E27FC236}">
                <a16:creationId xmlns:a16="http://schemas.microsoft.com/office/drawing/2014/main" id="{F867E17D-E814-DF32-5565-C21CC9D78B3A}"/>
              </a:ext>
            </a:extLst>
          </p:cNvPr>
          <p:cNvSpPr txBox="1">
            <a:spLocks/>
          </p:cNvSpPr>
          <p:nvPr/>
        </p:nvSpPr>
        <p:spPr>
          <a:xfrm>
            <a:off x="7086600" y="6529983"/>
            <a:ext cx="2057400" cy="288924"/>
          </a:xfrm>
          <a:prstGeom prst="rect">
            <a:avLst/>
          </a:prstGeom>
        </p:spPr>
        <p:txBody>
          <a:bodyPr anchor="t"/>
          <a:lstStyle>
            <a:defPPr>
              <a:defRPr kern="0"/>
            </a:defPPr>
            <a:lvl1pPr algn="r">
              <a:defRPr sz="1500" b="0" i="0">
                <a:solidFill>
                  <a:schemeClr val="tx2"/>
                </a:solidFill>
                <a:latin typeface="Meiryo" panose="020B0604030504040204" pitchFamily="34" charset="-128"/>
                <a:ea typeface="Meiryo" panose="020B0604030504040204" pitchFamily="34" charset="-128"/>
              </a:defRPr>
            </a:lvl1pPr>
          </a:lstStyle>
          <a:p>
            <a:fld id="{AE46F634-02BD-344C-8456-5613A46718BE}" type="slidenum">
              <a:rPr kumimoji="1" lang="ja-JP" altLang="en-US" smtClean="0">
                <a:solidFill>
                  <a:srgbClr val="1B2731"/>
                </a:solidFill>
              </a:rPr>
              <a:pPr/>
              <a:t>17</a:t>
            </a:fld>
            <a:endParaRPr kumimoji="1" lang="ja-JP" altLang="en-US">
              <a:solidFill>
                <a:srgbClr val="1B2731"/>
              </a:solidFill>
            </a:endParaRPr>
          </a:p>
        </p:txBody>
      </p:sp>
      <p:sp>
        <p:nvSpPr>
          <p:cNvPr id="7" name="object 7">
            <a:extLst>
              <a:ext uri="{FF2B5EF4-FFF2-40B4-BE49-F238E27FC236}">
                <a16:creationId xmlns:a16="http://schemas.microsoft.com/office/drawing/2014/main" id="{D499C162-E7CD-CBE2-5179-68E919D7C1A4}"/>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94">
                <a:solidFill>
                  <a:srgbClr val="1B2731"/>
                </a:solidFill>
                <a:latin typeface="Meiryo" panose="020B0604030504040204" pitchFamily="34" charset="-128"/>
              </a:rPr>
              <a:t>命名規則について</a:t>
            </a:r>
            <a:endParaRPr lang="en" altLang="ja-JP" sz="3600" dirty="0">
              <a:solidFill>
                <a:srgbClr val="1B2731"/>
              </a:solidFill>
              <a:latin typeface="Meiryo" panose="020B0604030504040204" pitchFamily="34" charset="-128"/>
            </a:endParaRPr>
          </a:p>
        </p:txBody>
      </p:sp>
    </p:spTree>
    <p:extLst>
      <p:ext uri="{BB962C8B-B14F-4D97-AF65-F5344CB8AC3E}">
        <p14:creationId xmlns:p14="http://schemas.microsoft.com/office/powerpoint/2010/main" val="2330093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2D72D-6A46-D1B3-F7A5-6B03E5EF767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BD8BE12-C990-CAE7-B120-75D69620AC23}"/>
              </a:ext>
            </a:extLst>
          </p:cNvPr>
          <p:cNvSpPr txBox="1"/>
          <p:nvPr/>
        </p:nvSpPr>
        <p:spPr>
          <a:xfrm>
            <a:off x="403783" y="2000250"/>
            <a:ext cx="8454467" cy="3676360"/>
          </a:xfrm>
          <a:prstGeom prst="rect">
            <a:avLst/>
          </a:prstGeom>
        </p:spPr>
        <p:txBody>
          <a:bodyPr vert="horz" wrap="square" lIns="0" tIns="9049" rIns="0" bIns="0" rtlCol="0">
            <a:spAutoFit/>
          </a:bodyPr>
          <a:lstStyle/>
          <a:p>
            <a:pPr marL="9525">
              <a:lnSpc>
                <a:spcPct val="150000"/>
              </a:lnSpc>
              <a:spcBef>
                <a:spcPts val="71"/>
              </a:spcBef>
            </a:pPr>
            <a:r>
              <a:rPr sz="2100" spc="-68" dirty="0">
                <a:solidFill>
                  <a:srgbClr val="1B2731"/>
                </a:solidFill>
                <a:latin typeface="Meiryo" panose="020B0604030504040204" pitchFamily="34" charset="-128"/>
                <a:ea typeface="Meiryo" panose="020B0604030504040204" pitchFamily="34" charset="-128"/>
                <a:cs typeface="Yu Gothic Medium"/>
              </a:rPr>
              <a:t>・</a:t>
            </a:r>
            <a:r>
              <a:rPr lang="ja-JP" altLang="en-US" sz="2100" spc="-68">
                <a:solidFill>
                  <a:srgbClr val="1B2731"/>
                </a:solidFill>
                <a:latin typeface="Meiryo" panose="020B0604030504040204" pitchFamily="34" charset="-128"/>
                <a:ea typeface="Meiryo" panose="020B0604030504040204" pitchFamily="34" charset="-128"/>
                <a:cs typeface="Yu Gothic Medium"/>
              </a:rPr>
              <a:t>プログラムに何かしらの追加をする場合は必ずブランチを切る</a:t>
            </a:r>
            <a:endParaRPr lang="ja-JP" altLang="en-US" sz="2100">
              <a:solidFill>
                <a:srgbClr val="1B2731"/>
              </a:solidFill>
              <a:latin typeface="Meiryo" panose="020B0604030504040204" pitchFamily="34" charset="-128"/>
              <a:ea typeface="Meiryo" panose="020B0604030504040204" pitchFamily="34" charset="-128"/>
              <a:cs typeface="Yu Gothic Medium"/>
            </a:endParaRPr>
          </a:p>
          <a:p>
            <a:pPr marL="695325" marR="214313">
              <a:lnSpc>
                <a:spcPct val="150000"/>
              </a:lnSpc>
              <a:spcBef>
                <a:spcPts val="4"/>
              </a:spcBef>
            </a:pPr>
            <a:r>
              <a:rPr lang="ja-JP" altLang="en-US" sz="2100" spc="-64">
                <a:solidFill>
                  <a:srgbClr val="1B2731"/>
                </a:solidFill>
                <a:latin typeface="Meiryo" panose="020B0604030504040204" pitchFamily="34" charset="-128"/>
                <a:ea typeface="Meiryo" panose="020B0604030504040204" pitchFamily="34" charset="-128"/>
                <a:cs typeface="Yu Gothic Medium"/>
              </a:rPr>
              <a:t>競合やソースコードの損失を防ぎ，バージョン管理が正しく行う</a:t>
            </a:r>
            <a:endParaRPr lang="en-US" altLang="ja-JP" sz="2100" spc="-64" dirty="0">
              <a:solidFill>
                <a:srgbClr val="1B2731"/>
              </a:solidFill>
              <a:latin typeface="Meiryo" panose="020B0604030504040204" pitchFamily="34" charset="-128"/>
              <a:ea typeface="Meiryo" panose="020B0604030504040204" pitchFamily="34" charset="-128"/>
              <a:cs typeface="Yu Gothic Medium"/>
            </a:endParaRPr>
          </a:p>
          <a:p>
            <a:pPr marL="695325" marR="214313">
              <a:lnSpc>
                <a:spcPct val="150000"/>
              </a:lnSpc>
              <a:spcBef>
                <a:spcPts val="4"/>
              </a:spcBef>
            </a:pPr>
            <a:r>
              <a:rPr lang="ja-JP" altLang="en-US" sz="2100" spc="-64">
                <a:solidFill>
                  <a:srgbClr val="1B2731"/>
                </a:solidFill>
                <a:latin typeface="Meiryo" panose="020B0604030504040204" pitchFamily="34" charset="-128"/>
                <a:ea typeface="Meiryo" panose="020B0604030504040204" pitchFamily="34" charset="-128"/>
                <a:cs typeface="Yu Gothic Medium"/>
              </a:rPr>
              <a:t>大会やデモ等で使用するブランチに直書きすると本番で動かなくなり，事故につながる</a:t>
            </a:r>
            <a:endParaRPr lang="ja-JP" altLang="en-US" sz="2100">
              <a:solidFill>
                <a:srgbClr val="1B2731"/>
              </a:solidFill>
              <a:latin typeface="Meiryo" panose="020B0604030504040204" pitchFamily="34" charset="-128"/>
              <a:ea typeface="Meiryo" panose="020B0604030504040204" pitchFamily="34" charset="-128"/>
              <a:cs typeface="Yu Gothic Medium"/>
            </a:endParaRPr>
          </a:p>
          <a:p>
            <a:pPr marL="9525">
              <a:lnSpc>
                <a:spcPct val="150000"/>
              </a:lnSpc>
              <a:spcBef>
                <a:spcPts val="2520"/>
              </a:spcBef>
            </a:pPr>
            <a:r>
              <a:rPr lang="ja-JP" altLang="en-US" sz="2100" spc="-64">
                <a:solidFill>
                  <a:srgbClr val="1B2731"/>
                </a:solidFill>
                <a:latin typeface="Meiryo" panose="020B0604030504040204" pitchFamily="34" charset="-128"/>
                <a:ea typeface="Meiryo" panose="020B0604030504040204" pitchFamily="34" charset="-128"/>
                <a:cs typeface="Yu Gothic Medium"/>
              </a:rPr>
              <a:t>・こまめにコミット，プッシュする癖をつける</a:t>
            </a:r>
            <a:endParaRPr lang="ja-JP" altLang="en-US" sz="2100">
              <a:solidFill>
                <a:srgbClr val="1B2731"/>
              </a:solidFill>
              <a:latin typeface="Meiryo" panose="020B0604030504040204" pitchFamily="34" charset="-128"/>
              <a:ea typeface="Meiryo" panose="020B0604030504040204" pitchFamily="34" charset="-128"/>
              <a:cs typeface="Yu Gothic Medium"/>
            </a:endParaRPr>
          </a:p>
          <a:p>
            <a:pPr marL="695325" marR="3810">
              <a:lnSpc>
                <a:spcPct val="150000"/>
              </a:lnSpc>
            </a:pPr>
            <a:r>
              <a:rPr lang="ja-JP" altLang="en-US" sz="2100" spc="-56">
                <a:solidFill>
                  <a:srgbClr val="1B2731"/>
                </a:solidFill>
                <a:latin typeface="Meiryo" panose="020B0604030504040204" pitchFamily="34" charset="-128"/>
                <a:ea typeface="Meiryo" panose="020B0604030504040204" pitchFamily="34" charset="-128"/>
                <a:cs typeface="Yu Gothic Medium"/>
              </a:rPr>
              <a:t>こまめなコミットを積み上げることで問題発生時の切り分けが</a:t>
            </a:r>
            <a:endParaRPr lang="en-US" altLang="ja-JP" sz="2100" spc="-56" dirty="0">
              <a:solidFill>
                <a:srgbClr val="1B2731"/>
              </a:solidFill>
              <a:latin typeface="Meiryo" panose="020B0604030504040204" pitchFamily="34" charset="-128"/>
              <a:ea typeface="Meiryo" panose="020B0604030504040204" pitchFamily="34" charset="-128"/>
              <a:cs typeface="Yu Gothic Medium"/>
            </a:endParaRPr>
          </a:p>
          <a:p>
            <a:pPr marL="695325" marR="3810">
              <a:lnSpc>
                <a:spcPct val="150000"/>
              </a:lnSpc>
            </a:pPr>
            <a:r>
              <a:rPr lang="ja-JP" altLang="en-US" sz="2100" spc="-56">
                <a:solidFill>
                  <a:srgbClr val="1B2731"/>
                </a:solidFill>
                <a:latin typeface="Meiryo" panose="020B0604030504040204" pitchFamily="34" charset="-128"/>
                <a:ea typeface="Meiryo" panose="020B0604030504040204" pitchFamily="34" charset="-128"/>
                <a:cs typeface="Yu Gothic Medium"/>
              </a:rPr>
              <a:t>すぐにできたり，他のユーザとの競合を防げたりする</a:t>
            </a:r>
            <a:endParaRPr sz="2100" dirty="0">
              <a:solidFill>
                <a:srgbClr val="1B2731"/>
              </a:solidFill>
              <a:latin typeface="Meiryo" panose="020B0604030504040204" pitchFamily="34" charset="-128"/>
              <a:ea typeface="Meiryo" panose="020B0604030504040204" pitchFamily="34" charset="-128"/>
              <a:cs typeface="Yu Gothic Medium"/>
            </a:endParaRPr>
          </a:p>
        </p:txBody>
      </p:sp>
      <p:sp>
        <p:nvSpPr>
          <p:cNvPr id="5" name="テキスト ボックス 4">
            <a:extLst>
              <a:ext uri="{FF2B5EF4-FFF2-40B4-BE49-F238E27FC236}">
                <a16:creationId xmlns:a16="http://schemas.microsoft.com/office/drawing/2014/main" id="{B9597AA8-E37E-A433-12F6-8BBB9C6C8131}"/>
              </a:ext>
            </a:extLst>
          </p:cNvPr>
          <p:cNvSpPr txBox="1"/>
          <p:nvPr/>
        </p:nvSpPr>
        <p:spPr>
          <a:xfrm>
            <a:off x="8379619" y="3118247"/>
            <a:ext cx="184731" cy="369332"/>
          </a:xfrm>
          <a:prstGeom prst="rect">
            <a:avLst/>
          </a:prstGeom>
          <a:noFill/>
        </p:spPr>
        <p:txBody>
          <a:bodyPr wrap="none" rtlCol="0">
            <a:spAutoFit/>
          </a:bodyPr>
          <a:lstStyle/>
          <a:p>
            <a:endParaRPr kumimoji="1" lang="ja-JP" altLang="en-US">
              <a:solidFill>
                <a:srgbClr val="1B2731"/>
              </a:solidFill>
              <a:latin typeface="Meiryo" panose="020B0604030504040204" pitchFamily="34" charset="-128"/>
              <a:ea typeface="Meiryo" panose="020B0604030504040204" pitchFamily="34" charset="-128"/>
            </a:endParaRPr>
          </a:p>
        </p:txBody>
      </p:sp>
      <p:sp>
        <p:nvSpPr>
          <p:cNvPr id="7" name="object 7">
            <a:extLst>
              <a:ext uri="{FF2B5EF4-FFF2-40B4-BE49-F238E27FC236}">
                <a16:creationId xmlns:a16="http://schemas.microsoft.com/office/drawing/2014/main" id="{75185C71-412B-8EC9-D70E-98D0B84DFB98}"/>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94">
                <a:solidFill>
                  <a:srgbClr val="1B2731"/>
                </a:solidFill>
                <a:latin typeface="Meiryo" panose="020B0604030504040204" pitchFamily="34" charset="-128"/>
              </a:rPr>
              <a:t>心がけてほしいこと</a:t>
            </a:r>
            <a:endParaRPr lang="en" altLang="ja-JP" sz="3600" dirty="0">
              <a:solidFill>
                <a:srgbClr val="1B2731"/>
              </a:solidFill>
              <a:latin typeface="Meiryo" panose="020B0604030504040204" pitchFamily="34" charset="-128"/>
            </a:endParaRPr>
          </a:p>
        </p:txBody>
      </p:sp>
    </p:spTree>
    <p:extLst>
      <p:ext uri="{BB962C8B-B14F-4D97-AF65-F5344CB8AC3E}">
        <p14:creationId xmlns:p14="http://schemas.microsoft.com/office/powerpoint/2010/main" val="2354412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A8527F00-8E9D-8F86-45A6-E49D0DDD4BA6}"/>
              </a:ext>
            </a:extLst>
          </p:cNvPr>
          <p:cNvSpPr/>
          <p:nvPr/>
        </p:nvSpPr>
        <p:spPr>
          <a:xfrm>
            <a:off x="254245" y="1318634"/>
            <a:ext cx="8472611" cy="2262766"/>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B2731"/>
              </a:solidFill>
              <a:latin typeface="Meiryo" panose="020B0604030504040204" pitchFamily="34" charset="-128"/>
              <a:ea typeface="Meiryo" panose="020B0604030504040204" pitchFamily="34" charset="-128"/>
            </a:endParaRPr>
          </a:p>
        </p:txBody>
      </p:sp>
      <p:pic>
        <p:nvPicPr>
          <p:cNvPr id="3" name="object 3"/>
          <p:cNvPicPr/>
          <p:nvPr/>
        </p:nvPicPr>
        <p:blipFill>
          <a:blip r:embed="rId2" cstate="print"/>
          <a:stretch>
            <a:fillRect/>
          </a:stretch>
        </p:blipFill>
        <p:spPr>
          <a:xfrm>
            <a:off x="417144" y="1588647"/>
            <a:ext cx="3406426" cy="1754696"/>
          </a:xfrm>
          <a:prstGeom prst="rect">
            <a:avLst/>
          </a:prstGeom>
        </p:spPr>
      </p:pic>
      <p:pic>
        <p:nvPicPr>
          <p:cNvPr id="4" name="object 4"/>
          <p:cNvPicPr/>
          <p:nvPr/>
        </p:nvPicPr>
        <p:blipFill>
          <a:blip r:embed="rId3" cstate="print"/>
          <a:stretch>
            <a:fillRect/>
          </a:stretch>
        </p:blipFill>
        <p:spPr>
          <a:xfrm>
            <a:off x="3904423" y="1598971"/>
            <a:ext cx="4503801" cy="1263110"/>
          </a:xfrm>
          <a:prstGeom prst="rect">
            <a:avLst/>
          </a:prstGeom>
        </p:spPr>
      </p:pic>
      <p:sp>
        <p:nvSpPr>
          <p:cNvPr id="5" name="object 5"/>
          <p:cNvSpPr txBox="1"/>
          <p:nvPr/>
        </p:nvSpPr>
        <p:spPr>
          <a:xfrm>
            <a:off x="588374" y="1632394"/>
            <a:ext cx="3406425" cy="615746"/>
          </a:xfrm>
          <a:prstGeom prst="rect">
            <a:avLst/>
          </a:prstGeom>
        </p:spPr>
        <p:txBody>
          <a:bodyPr vert="horz" wrap="square" lIns="0" tIns="9525" rIns="0" bIns="0" rtlCol="0">
            <a:spAutoFit/>
          </a:bodyPr>
          <a:lstStyle/>
          <a:p>
            <a:pPr marL="9525" marR="444818">
              <a:lnSpc>
                <a:spcPct val="150000"/>
              </a:lnSpc>
              <a:spcBef>
                <a:spcPts val="75"/>
              </a:spcBef>
            </a:pPr>
            <a:r>
              <a:rPr sz="1350" dirty="0" err="1">
                <a:solidFill>
                  <a:schemeClr val="bg1"/>
                </a:solidFill>
                <a:latin typeface="Meiryo" panose="020B0604030504040204" pitchFamily="34" charset="-128"/>
                <a:ea typeface="Meiryo" panose="020B0604030504040204" pitchFamily="34" charset="-128"/>
                <a:cs typeface="Yu Gothic Medium"/>
              </a:rPr>
              <a:t>左下の</a:t>
            </a:r>
            <a:r>
              <a:rPr sz="1350" spc="-8" dirty="0" err="1">
                <a:solidFill>
                  <a:schemeClr val="bg1"/>
                </a:solidFill>
                <a:latin typeface="Meiryo" panose="020B0604030504040204" pitchFamily="34" charset="-128"/>
                <a:ea typeface="Meiryo" panose="020B0604030504040204" pitchFamily="34" charset="-128"/>
                <a:cs typeface="Yu Gothic Medium"/>
              </a:rPr>
              <a:t>”main”が現在参照して</a:t>
            </a:r>
            <a:r>
              <a:rPr lang="ja-JP" altLang="en-US" sz="1350" spc="-8">
                <a:solidFill>
                  <a:schemeClr val="bg1"/>
                </a:solidFill>
                <a:latin typeface="Meiryo" panose="020B0604030504040204" pitchFamily="34" charset="-128"/>
                <a:ea typeface="Meiryo" panose="020B0604030504040204" pitchFamily="34" charset="-128"/>
                <a:cs typeface="Yu Gothic Medium"/>
              </a:rPr>
              <a:t>い</a:t>
            </a:r>
            <a:r>
              <a:rPr sz="1350" spc="-4" dirty="0" err="1">
                <a:solidFill>
                  <a:schemeClr val="bg1"/>
                </a:solidFill>
                <a:latin typeface="Meiryo" panose="020B0604030504040204" pitchFamily="34" charset="-128"/>
                <a:ea typeface="Meiryo" panose="020B0604030504040204" pitchFamily="34" charset="-128"/>
                <a:cs typeface="Yu Gothic Medium"/>
              </a:rPr>
              <a:t>る</a:t>
            </a:r>
            <a:endParaRPr lang="en-US" sz="1350" spc="-4" dirty="0">
              <a:solidFill>
                <a:schemeClr val="bg1"/>
              </a:solidFill>
              <a:latin typeface="Meiryo" panose="020B0604030504040204" pitchFamily="34" charset="-128"/>
              <a:ea typeface="Meiryo" panose="020B0604030504040204" pitchFamily="34" charset="-128"/>
              <a:cs typeface="Yu Gothic Medium"/>
            </a:endParaRPr>
          </a:p>
          <a:p>
            <a:pPr marL="9525" marR="444818">
              <a:lnSpc>
                <a:spcPct val="150000"/>
              </a:lnSpc>
              <a:spcBef>
                <a:spcPts val="75"/>
              </a:spcBef>
            </a:pPr>
            <a:r>
              <a:rPr sz="1350" spc="-4" dirty="0" err="1">
                <a:solidFill>
                  <a:schemeClr val="bg1"/>
                </a:solidFill>
                <a:latin typeface="Meiryo" panose="020B0604030504040204" pitchFamily="34" charset="-128"/>
                <a:ea typeface="Meiryo" panose="020B0604030504040204" pitchFamily="34" charset="-128"/>
                <a:cs typeface="Yu Gothic Medium"/>
              </a:rPr>
              <a:t>ブランチを指しています</a:t>
            </a:r>
            <a:endParaRPr sz="1350" dirty="0">
              <a:solidFill>
                <a:schemeClr val="bg1"/>
              </a:solidFill>
              <a:latin typeface="Meiryo" panose="020B0604030504040204" pitchFamily="34" charset="-128"/>
              <a:ea typeface="Meiryo" panose="020B0604030504040204" pitchFamily="34" charset="-128"/>
              <a:cs typeface="Yu Gothic Medium"/>
            </a:endParaRPr>
          </a:p>
        </p:txBody>
      </p:sp>
      <p:sp>
        <p:nvSpPr>
          <p:cNvPr id="7" name="テキスト ボックス 6">
            <a:extLst>
              <a:ext uri="{FF2B5EF4-FFF2-40B4-BE49-F238E27FC236}">
                <a16:creationId xmlns:a16="http://schemas.microsoft.com/office/drawing/2014/main" id="{C296617E-FCB9-DB4B-D163-F205A2E710EA}"/>
              </a:ext>
            </a:extLst>
          </p:cNvPr>
          <p:cNvSpPr txBox="1"/>
          <p:nvPr/>
        </p:nvSpPr>
        <p:spPr>
          <a:xfrm>
            <a:off x="917171" y="2324556"/>
            <a:ext cx="3484364" cy="683713"/>
          </a:xfrm>
          <a:prstGeom prst="rect">
            <a:avLst/>
          </a:prstGeom>
          <a:noFill/>
        </p:spPr>
        <p:txBody>
          <a:bodyPr wrap="square">
            <a:spAutoFit/>
          </a:bodyPr>
          <a:lstStyle/>
          <a:p>
            <a:pPr marL="375285" marR="3810">
              <a:lnSpc>
                <a:spcPct val="150000"/>
              </a:lnSpc>
            </a:pPr>
            <a:r>
              <a:rPr lang="ja-JP" altLang="en-US" sz="1350" spc="-4">
                <a:solidFill>
                  <a:schemeClr val="bg1"/>
                </a:solidFill>
                <a:latin typeface="Meiryo" panose="020B0604030504040204" pitchFamily="34" charset="-128"/>
                <a:ea typeface="Meiryo" panose="020B0604030504040204" pitchFamily="34" charset="-128"/>
                <a:cs typeface="Yu Gothic Medium"/>
              </a:rPr>
              <a:t>左下の</a:t>
            </a:r>
            <a:r>
              <a:rPr lang="ja-JP" altLang="en-US" sz="1350" spc="-8">
                <a:solidFill>
                  <a:schemeClr val="bg1"/>
                </a:solidFill>
                <a:latin typeface="Meiryo" panose="020B0604030504040204" pitchFamily="34" charset="-128"/>
                <a:ea typeface="Meiryo" panose="020B0604030504040204" pitchFamily="34" charset="-128"/>
                <a:cs typeface="Yu Gothic Medium"/>
              </a:rPr>
              <a:t>”</a:t>
            </a:r>
            <a:r>
              <a:rPr lang="en" altLang="ja-JP" sz="1350" spc="-8" dirty="0">
                <a:solidFill>
                  <a:schemeClr val="bg1"/>
                </a:solidFill>
                <a:latin typeface="Meiryo" panose="020B0604030504040204" pitchFamily="34" charset="-128"/>
                <a:ea typeface="Meiryo" panose="020B0604030504040204" pitchFamily="34" charset="-128"/>
                <a:cs typeface="Yu Gothic Medium"/>
              </a:rPr>
              <a:t>main”</a:t>
            </a:r>
            <a:r>
              <a:rPr lang="ja-JP" altLang="en-US" sz="1350" spc="-8">
                <a:solidFill>
                  <a:schemeClr val="bg1"/>
                </a:solidFill>
                <a:latin typeface="Meiryo" panose="020B0604030504040204" pitchFamily="34" charset="-128"/>
                <a:ea typeface="Meiryo" panose="020B0604030504040204" pitchFamily="34" charset="-128"/>
                <a:cs typeface="Yu Gothic Medium"/>
              </a:rPr>
              <a:t>をクリックすると</a:t>
            </a:r>
            <a:r>
              <a:rPr lang="ja-JP" altLang="en-US" sz="1350" spc="-38">
                <a:solidFill>
                  <a:schemeClr val="bg1"/>
                </a:solidFill>
                <a:latin typeface="Meiryo" panose="020B0604030504040204" pitchFamily="34" charset="-128"/>
                <a:ea typeface="Meiryo" panose="020B0604030504040204" pitchFamily="34" charset="-128"/>
                <a:cs typeface="Yu Gothic Medium"/>
              </a:rPr>
              <a:t> </a:t>
            </a:r>
          </a:p>
          <a:p>
            <a:pPr marL="375285" marR="3810">
              <a:lnSpc>
                <a:spcPct val="150000"/>
              </a:lnSpc>
            </a:pPr>
            <a:r>
              <a:rPr lang="ja-JP" altLang="en-US" sz="1350" spc="-4">
                <a:solidFill>
                  <a:schemeClr val="bg1"/>
                </a:solidFill>
                <a:latin typeface="Meiryo" panose="020B0604030504040204" pitchFamily="34" charset="-128"/>
                <a:ea typeface="Meiryo" panose="020B0604030504040204" pitchFamily="34" charset="-128"/>
                <a:cs typeface="Yu Gothic Medium"/>
              </a:rPr>
              <a:t>メニューが表示され</a:t>
            </a:r>
            <a:r>
              <a:rPr lang="ja-JP" altLang="en-US" sz="1350" spc="-15">
                <a:solidFill>
                  <a:schemeClr val="bg1"/>
                </a:solidFill>
                <a:latin typeface="Meiryo" panose="020B0604030504040204" pitchFamily="34" charset="-128"/>
                <a:ea typeface="Meiryo" panose="020B0604030504040204" pitchFamily="34" charset="-128"/>
                <a:cs typeface="Yu Gothic Medium"/>
              </a:rPr>
              <a:t>ます</a:t>
            </a:r>
            <a:endParaRPr lang="ja-JP" altLang="en-US">
              <a:solidFill>
                <a:schemeClr val="bg1"/>
              </a:solidFill>
              <a:latin typeface="Meiryo" panose="020B0604030504040204" pitchFamily="34" charset="-128"/>
              <a:ea typeface="Meiryo" panose="020B0604030504040204" pitchFamily="34" charset="-128"/>
            </a:endParaRPr>
          </a:p>
        </p:txBody>
      </p:sp>
      <p:sp>
        <p:nvSpPr>
          <p:cNvPr id="8" name="object 3">
            <a:extLst>
              <a:ext uri="{FF2B5EF4-FFF2-40B4-BE49-F238E27FC236}">
                <a16:creationId xmlns:a16="http://schemas.microsoft.com/office/drawing/2014/main" id="{D0698667-8121-5E24-5012-4A5F98882012}"/>
              </a:ext>
            </a:extLst>
          </p:cNvPr>
          <p:cNvSpPr txBox="1">
            <a:spLocks noGrp="1"/>
          </p:cNvSpPr>
          <p:nvPr>
            <p:ph type="body" idx="1"/>
          </p:nvPr>
        </p:nvSpPr>
        <p:spPr>
          <a:xfrm>
            <a:off x="583118" y="4547677"/>
            <a:ext cx="7537245" cy="286617"/>
          </a:xfrm>
          <a:prstGeom prst="rect">
            <a:avLst/>
          </a:prstGeom>
        </p:spPr>
        <p:txBody>
          <a:bodyPr vert="horz" wrap="square" lIns="0" tIns="9525" rIns="0" bIns="0" rtlCol="0">
            <a:spAutoFit/>
          </a:bodyPr>
          <a:lstStyle/>
          <a:p>
            <a:pPr marR="3810" algn="l">
              <a:spcBef>
                <a:spcPts val="75"/>
              </a:spcBef>
            </a:pPr>
            <a:r>
              <a:rPr sz="1800" b="1" dirty="0">
                <a:solidFill>
                  <a:srgbClr val="1B2731"/>
                </a:solidFill>
                <a:latin typeface="Meiryo" panose="020B0604030504040204" pitchFamily="34" charset="-128"/>
              </a:rPr>
              <a:t>git</a:t>
            </a:r>
            <a:r>
              <a:rPr sz="1800" b="1" spc="-15" dirty="0">
                <a:solidFill>
                  <a:srgbClr val="1B2731"/>
                </a:solidFill>
                <a:latin typeface="Meiryo" panose="020B0604030504040204" pitchFamily="34" charset="-128"/>
              </a:rPr>
              <a:t> </a:t>
            </a:r>
            <a:r>
              <a:rPr sz="1800" b="1" dirty="0">
                <a:solidFill>
                  <a:srgbClr val="1B2731"/>
                </a:solidFill>
                <a:latin typeface="Meiryo" panose="020B0604030504040204" pitchFamily="34" charset="-128"/>
              </a:rPr>
              <a:t>checkout</a:t>
            </a:r>
            <a:r>
              <a:rPr sz="1800" b="1" spc="-4" dirty="0">
                <a:solidFill>
                  <a:srgbClr val="1B2731"/>
                </a:solidFill>
                <a:latin typeface="Meiryo" panose="020B0604030504040204" pitchFamily="34" charset="-128"/>
              </a:rPr>
              <a:t> -</a:t>
            </a:r>
            <a:r>
              <a:rPr sz="1800" b="1" dirty="0">
                <a:solidFill>
                  <a:srgbClr val="1B2731"/>
                </a:solidFill>
                <a:latin typeface="Meiryo" panose="020B0604030504040204" pitchFamily="34" charset="-128"/>
              </a:rPr>
              <a:t>b</a:t>
            </a:r>
            <a:r>
              <a:rPr sz="1800" b="1" spc="-15" dirty="0">
                <a:solidFill>
                  <a:srgbClr val="1B2731"/>
                </a:solidFill>
                <a:latin typeface="Meiryo" panose="020B0604030504040204" pitchFamily="34" charset="-128"/>
              </a:rPr>
              <a:t> { </a:t>
            </a:r>
            <a:r>
              <a:rPr sz="1800" b="1" spc="-15" dirty="0" err="1">
                <a:solidFill>
                  <a:srgbClr val="1B2731"/>
                </a:solidFill>
                <a:latin typeface="Meiryo" panose="020B0604030504040204" pitchFamily="34" charset="-128"/>
              </a:rPr>
              <a:t>作成するブランチ名</a:t>
            </a:r>
            <a:r>
              <a:rPr sz="1800" b="1" spc="-15" dirty="0">
                <a:solidFill>
                  <a:srgbClr val="1B2731"/>
                </a:solidFill>
                <a:latin typeface="Meiryo" panose="020B0604030504040204" pitchFamily="34" charset="-128"/>
              </a:rPr>
              <a:t> }</a:t>
            </a:r>
          </a:p>
        </p:txBody>
      </p:sp>
      <p:sp>
        <p:nvSpPr>
          <p:cNvPr id="10" name="テキスト ボックス 9">
            <a:extLst>
              <a:ext uri="{FF2B5EF4-FFF2-40B4-BE49-F238E27FC236}">
                <a16:creationId xmlns:a16="http://schemas.microsoft.com/office/drawing/2014/main" id="{8F8C9D56-E312-3731-F6CB-FD1424C1DE41}"/>
              </a:ext>
            </a:extLst>
          </p:cNvPr>
          <p:cNvSpPr txBox="1"/>
          <p:nvPr/>
        </p:nvSpPr>
        <p:spPr>
          <a:xfrm>
            <a:off x="1187325" y="5709340"/>
            <a:ext cx="5614947" cy="369332"/>
          </a:xfrm>
          <a:prstGeom prst="rect">
            <a:avLst/>
          </a:prstGeom>
          <a:noFill/>
        </p:spPr>
        <p:txBody>
          <a:bodyPr wrap="square">
            <a:spAutoFit/>
          </a:bodyPr>
          <a:lstStyle/>
          <a:p>
            <a:pPr marL="9525" defTabSz="685800">
              <a:spcBef>
                <a:spcPts val="4253"/>
              </a:spcBef>
              <a:defRPr/>
            </a:pPr>
            <a:r>
              <a:rPr lang="en" altLang="ja-JP" dirty="0">
                <a:solidFill>
                  <a:srgbClr val="1B2731"/>
                </a:solidFill>
                <a:latin typeface="Meiryo" panose="020B0604030504040204" pitchFamily="34" charset="-128"/>
                <a:ea typeface="Meiryo" panose="020B0604030504040204" pitchFamily="34" charset="-128"/>
              </a:rPr>
              <a:t>git</a:t>
            </a:r>
            <a:r>
              <a:rPr lang="en" altLang="ja-JP" spc="-60" dirty="0">
                <a:solidFill>
                  <a:srgbClr val="1B2731"/>
                </a:solidFill>
                <a:latin typeface="Meiryo" panose="020B0604030504040204" pitchFamily="34" charset="-128"/>
                <a:ea typeface="Meiryo" panose="020B0604030504040204" pitchFamily="34" charset="-128"/>
              </a:rPr>
              <a:t> </a:t>
            </a:r>
            <a:r>
              <a:rPr lang="en" altLang="ja-JP" dirty="0">
                <a:solidFill>
                  <a:srgbClr val="1B2731"/>
                </a:solidFill>
                <a:latin typeface="Meiryo" panose="020B0604030504040204" pitchFamily="34" charset="-128"/>
                <a:ea typeface="Meiryo" panose="020B0604030504040204" pitchFamily="34" charset="-128"/>
              </a:rPr>
              <a:t>checkout</a:t>
            </a:r>
            <a:r>
              <a:rPr lang="en" altLang="ja-JP" spc="-49" dirty="0">
                <a:solidFill>
                  <a:srgbClr val="1B2731"/>
                </a:solidFill>
                <a:latin typeface="Meiryo" panose="020B0604030504040204" pitchFamily="34" charset="-128"/>
                <a:ea typeface="Meiryo" panose="020B0604030504040204" pitchFamily="34" charset="-128"/>
              </a:rPr>
              <a:t> </a:t>
            </a:r>
            <a:r>
              <a:rPr lang="en" altLang="ja-JP" spc="-8" dirty="0">
                <a:solidFill>
                  <a:srgbClr val="1B2731"/>
                </a:solidFill>
                <a:latin typeface="Meiryo" panose="020B0604030504040204" pitchFamily="34" charset="-128"/>
                <a:ea typeface="Meiryo" panose="020B0604030504040204" pitchFamily="34" charset="-128"/>
              </a:rPr>
              <a:t>-</a:t>
            </a:r>
            <a:r>
              <a:rPr lang="en" altLang="ja-JP" dirty="0">
                <a:solidFill>
                  <a:srgbClr val="1B2731"/>
                </a:solidFill>
                <a:latin typeface="Meiryo" panose="020B0604030504040204" pitchFamily="34" charset="-128"/>
                <a:ea typeface="Meiryo" panose="020B0604030504040204" pitchFamily="34" charset="-128"/>
              </a:rPr>
              <a:t>b</a:t>
            </a:r>
            <a:r>
              <a:rPr lang="en" altLang="ja-JP" spc="-56" dirty="0">
                <a:solidFill>
                  <a:srgbClr val="1B2731"/>
                </a:solidFill>
                <a:latin typeface="Meiryo" panose="020B0604030504040204" pitchFamily="34" charset="-128"/>
                <a:ea typeface="Meiryo" panose="020B0604030504040204" pitchFamily="34" charset="-128"/>
              </a:rPr>
              <a:t> </a:t>
            </a:r>
            <a:r>
              <a:rPr lang="en" altLang="ja-JP" spc="-8" dirty="0" err="1">
                <a:solidFill>
                  <a:srgbClr val="1B2731"/>
                </a:solidFill>
                <a:latin typeface="Meiryo" panose="020B0604030504040204" pitchFamily="34" charset="-128"/>
                <a:ea typeface="Meiryo" panose="020B0604030504040204" pitchFamily="34" charset="-128"/>
              </a:rPr>
              <a:t>yamao</a:t>
            </a:r>
            <a:r>
              <a:rPr lang="en" altLang="ja-JP" spc="-8" dirty="0">
                <a:solidFill>
                  <a:srgbClr val="1B2731"/>
                </a:solidFill>
                <a:latin typeface="Meiryo" panose="020B0604030504040204" pitchFamily="34" charset="-128"/>
                <a:ea typeface="Meiryo" panose="020B0604030504040204" pitchFamily="34" charset="-128"/>
              </a:rPr>
              <a:t>/devel/demo </a:t>
            </a:r>
            <a:r>
              <a:rPr lang="en" altLang="ja-JP" spc="-15" dirty="0">
                <a:solidFill>
                  <a:srgbClr val="1B2731"/>
                </a:solidFill>
                <a:latin typeface="Meiryo" panose="020B0604030504040204" pitchFamily="34" charset="-128"/>
                <a:ea typeface="Meiryo" panose="020B0604030504040204" pitchFamily="34" charset="-128"/>
              </a:rPr>
              <a:t>main</a:t>
            </a:r>
          </a:p>
        </p:txBody>
      </p:sp>
      <p:sp>
        <p:nvSpPr>
          <p:cNvPr id="13" name="テキスト ボックス 12">
            <a:extLst>
              <a:ext uri="{FF2B5EF4-FFF2-40B4-BE49-F238E27FC236}">
                <a16:creationId xmlns:a16="http://schemas.microsoft.com/office/drawing/2014/main" id="{1391DD9D-5376-FC13-6411-85D983C08024}"/>
              </a:ext>
            </a:extLst>
          </p:cNvPr>
          <p:cNvSpPr txBox="1"/>
          <p:nvPr/>
        </p:nvSpPr>
        <p:spPr>
          <a:xfrm>
            <a:off x="583119" y="5170034"/>
            <a:ext cx="5775908" cy="461665"/>
          </a:xfrm>
          <a:prstGeom prst="rect">
            <a:avLst/>
          </a:prstGeom>
          <a:noFill/>
        </p:spPr>
        <p:txBody>
          <a:bodyPr wrap="square" rtlCol="0">
            <a:spAutoFit/>
          </a:bodyPr>
          <a:lstStyle/>
          <a:p>
            <a:r>
              <a:rPr kumimoji="1" lang="ja-JP" altLang="en-US" sz="2400">
                <a:solidFill>
                  <a:srgbClr val="1B2731"/>
                </a:solidFill>
                <a:latin typeface="Meiryo" panose="020B0604030504040204" pitchFamily="34" charset="-128"/>
                <a:ea typeface="Meiryo" panose="020B0604030504040204" pitchFamily="34" charset="-128"/>
              </a:rPr>
              <a:t>例</a:t>
            </a:r>
            <a:r>
              <a:rPr kumimoji="1" lang="en-US" altLang="ja-JP" sz="2400" dirty="0">
                <a:solidFill>
                  <a:srgbClr val="1B2731"/>
                </a:solidFill>
                <a:latin typeface="Meiryo" panose="020B0604030504040204" pitchFamily="34" charset="-128"/>
                <a:ea typeface="Meiryo" panose="020B0604030504040204" pitchFamily="34" charset="-128"/>
              </a:rPr>
              <a:t> </a:t>
            </a:r>
            <a:r>
              <a:rPr kumimoji="1" lang="en-US" altLang="ja-JP" dirty="0">
                <a:solidFill>
                  <a:srgbClr val="1B2731"/>
                </a:solidFill>
                <a:latin typeface="Meiryo" panose="020B0604030504040204" pitchFamily="34" charset="-128"/>
                <a:ea typeface="Meiryo" panose="020B0604030504040204" pitchFamily="34" charset="-128"/>
              </a:rPr>
              <a:t>(main</a:t>
            </a:r>
            <a:r>
              <a:rPr kumimoji="1" lang="ja-JP" altLang="en-US">
                <a:solidFill>
                  <a:srgbClr val="1B2731"/>
                </a:solidFill>
                <a:latin typeface="Meiryo" panose="020B0604030504040204" pitchFamily="34" charset="-128"/>
                <a:ea typeface="Meiryo" panose="020B0604030504040204" pitchFamily="34" charset="-128"/>
              </a:rPr>
              <a:t>から</a:t>
            </a:r>
            <a:r>
              <a:rPr kumimoji="1" lang="en-US" altLang="ja-JP" dirty="0" err="1">
                <a:solidFill>
                  <a:srgbClr val="1B2731"/>
                </a:solidFill>
                <a:latin typeface="Meiryo" panose="020B0604030504040204" pitchFamily="34" charset="-128"/>
                <a:ea typeface="Meiryo" panose="020B0604030504040204" pitchFamily="34" charset="-128"/>
              </a:rPr>
              <a:t>yamao</a:t>
            </a:r>
            <a:r>
              <a:rPr kumimoji="1" lang="en-US" altLang="ja-JP" dirty="0">
                <a:solidFill>
                  <a:srgbClr val="1B2731"/>
                </a:solidFill>
                <a:latin typeface="Meiryo" panose="020B0604030504040204" pitchFamily="34" charset="-128"/>
                <a:ea typeface="Meiryo" panose="020B0604030504040204" pitchFamily="34" charset="-128"/>
              </a:rPr>
              <a:t>/devel/demo</a:t>
            </a:r>
            <a:r>
              <a:rPr kumimoji="1" lang="ja-JP" altLang="en-US">
                <a:solidFill>
                  <a:srgbClr val="1B2731"/>
                </a:solidFill>
                <a:latin typeface="Meiryo" panose="020B0604030504040204" pitchFamily="34" charset="-128"/>
                <a:ea typeface="Meiryo" panose="020B0604030504040204" pitchFamily="34" charset="-128"/>
              </a:rPr>
              <a:t>を作成</a:t>
            </a:r>
            <a:r>
              <a:rPr kumimoji="1" lang="en-US" altLang="ja-JP" dirty="0">
                <a:solidFill>
                  <a:srgbClr val="1B2731"/>
                </a:solidFill>
                <a:latin typeface="Meiryo" panose="020B0604030504040204" pitchFamily="34" charset="-128"/>
                <a:ea typeface="Meiryo" panose="020B0604030504040204" pitchFamily="34" charset="-128"/>
              </a:rPr>
              <a:t>)</a:t>
            </a:r>
            <a:endParaRPr kumimoji="1" lang="ja-JP" altLang="en-US" sz="2400">
              <a:solidFill>
                <a:srgbClr val="1B2731"/>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A04F9C09-91A1-8EA5-BC18-80362C8136D4}"/>
              </a:ext>
            </a:extLst>
          </p:cNvPr>
          <p:cNvSpPr/>
          <p:nvPr/>
        </p:nvSpPr>
        <p:spPr>
          <a:xfrm>
            <a:off x="304800" y="4260218"/>
            <a:ext cx="8399382" cy="2064382"/>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B2731"/>
              </a:solidFill>
              <a:latin typeface="Meiryo" panose="020B0604030504040204" pitchFamily="34" charset="-128"/>
              <a:ea typeface="Meiryo" panose="020B0604030504040204" pitchFamily="34" charset="-128"/>
            </a:endParaRPr>
          </a:p>
        </p:txBody>
      </p:sp>
      <p:sp>
        <p:nvSpPr>
          <p:cNvPr id="6" name="object 7">
            <a:extLst>
              <a:ext uri="{FF2B5EF4-FFF2-40B4-BE49-F238E27FC236}">
                <a16:creationId xmlns:a16="http://schemas.microsoft.com/office/drawing/2014/main" id="{961543EC-9B3C-CD2A-8C82-007ACAB84875}"/>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20">
                <a:solidFill>
                  <a:srgbClr val="1B2731"/>
                </a:solidFill>
                <a:latin typeface="Meiryo" panose="020B0604030504040204" pitchFamily="34" charset="-128"/>
              </a:rPr>
              <a:t>自分のブランチを作成してみよう</a:t>
            </a:r>
            <a:endParaRPr lang="en" altLang="ja-JP" sz="3600" dirty="0">
              <a:solidFill>
                <a:srgbClr val="1B2731"/>
              </a:solidFill>
              <a:latin typeface="Meiryo" panose="020B0604030504040204" pitchFamily="34" charset="-128"/>
            </a:endParaRPr>
          </a:p>
        </p:txBody>
      </p:sp>
      <p:sp>
        <p:nvSpPr>
          <p:cNvPr id="9" name="テキスト ボックス 8">
            <a:extLst>
              <a:ext uri="{FF2B5EF4-FFF2-40B4-BE49-F238E27FC236}">
                <a16:creationId xmlns:a16="http://schemas.microsoft.com/office/drawing/2014/main" id="{75CD5C34-66A9-7119-1F8D-1C9A2DC79976}"/>
              </a:ext>
            </a:extLst>
          </p:cNvPr>
          <p:cNvSpPr txBox="1"/>
          <p:nvPr/>
        </p:nvSpPr>
        <p:spPr>
          <a:xfrm>
            <a:off x="588374" y="880066"/>
            <a:ext cx="1170513" cy="400110"/>
          </a:xfrm>
          <a:prstGeom prst="rect">
            <a:avLst/>
          </a:prstGeom>
          <a:noFill/>
        </p:spPr>
        <p:txBody>
          <a:bodyPr wrap="none" rtlCol="0">
            <a:spAutoFit/>
          </a:bodyPr>
          <a:lstStyle/>
          <a:p>
            <a:r>
              <a:rPr kumimoji="1" lang="en" altLang="ja-JP" sz="2000" b="1" dirty="0" err="1"/>
              <a:t>VSCode</a:t>
            </a:r>
            <a:endParaRPr kumimoji="1" lang="en" altLang="ja-JP" sz="2000" b="1" dirty="0"/>
          </a:p>
        </p:txBody>
      </p:sp>
      <p:sp>
        <p:nvSpPr>
          <p:cNvPr id="11" name="テキスト ボックス 10">
            <a:extLst>
              <a:ext uri="{FF2B5EF4-FFF2-40B4-BE49-F238E27FC236}">
                <a16:creationId xmlns:a16="http://schemas.microsoft.com/office/drawing/2014/main" id="{9201C644-D648-73E5-8239-DC849755D58A}"/>
              </a:ext>
            </a:extLst>
          </p:cNvPr>
          <p:cNvSpPr txBox="1"/>
          <p:nvPr/>
        </p:nvSpPr>
        <p:spPr>
          <a:xfrm>
            <a:off x="468466" y="3782467"/>
            <a:ext cx="2013693" cy="400110"/>
          </a:xfrm>
          <a:prstGeom prst="rect">
            <a:avLst/>
          </a:prstGeom>
          <a:noFill/>
        </p:spPr>
        <p:txBody>
          <a:bodyPr wrap="none" rtlCol="0">
            <a:spAutoFit/>
          </a:bodyPr>
          <a:lstStyle/>
          <a:p>
            <a:r>
              <a:rPr kumimoji="1" lang="ja-JP" altLang="en-US" sz="2000" b="1"/>
              <a:t>ターミナルから</a:t>
            </a:r>
            <a:endParaRPr kumimoji="1" lang="en" altLang="ja-JP" sz="20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82979" y="1876640"/>
            <a:ext cx="3299334" cy="818814"/>
          </a:xfrm>
          <a:prstGeom prst="rect">
            <a:avLst/>
          </a:prstGeom>
        </p:spPr>
        <p:txBody>
          <a:bodyPr vert="horz" wrap="square" lIns="0" tIns="9525" rIns="0" bIns="0" rtlCol="0">
            <a:spAutoFit/>
          </a:bodyPr>
          <a:lstStyle/>
          <a:p>
            <a:pPr marL="9525" marR="3810">
              <a:lnSpc>
                <a:spcPct val="150000"/>
              </a:lnSpc>
              <a:spcBef>
                <a:spcPts val="75"/>
              </a:spcBef>
            </a:pPr>
            <a:r>
              <a:rPr spc="-4" dirty="0" err="1">
                <a:solidFill>
                  <a:schemeClr val="tx1"/>
                </a:solidFill>
                <a:latin typeface="Meiryo" panose="020B0604030504040204" pitchFamily="34" charset="-128"/>
                <a:ea typeface="Meiryo" panose="020B0604030504040204" pitchFamily="34" charset="-128"/>
                <a:cs typeface="Yu Gothic Medium"/>
              </a:rPr>
              <a:t>新しいブランチを</a:t>
            </a:r>
            <a:endParaRPr lang="en-US" spc="-4" dirty="0">
              <a:solidFill>
                <a:schemeClr val="tx1"/>
              </a:solidFill>
              <a:latin typeface="Meiryo" panose="020B0604030504040204" pitchFamily="34" charset="-128"/>
              <a:ea typeface="Meiryo" panose="020B0604030504040204" pitchFamily="34" charset="-128"/>
              <a:cs typeface="Yu Gothic Medium"/>
            </a:endParaRPr>
          </a:p>
          <a:p>
            <a:pPr marL="9525" marR="3810">
              <a:lnSpc>
                <a:spcPct val="150000"/>
              </a:lnSpc>
              <a:spcBef>
                <a:spcPts val="75"/>
              </a:spcBef>
            </a:pPr>
            <a:r>
              <a:rPr spc="-4" dirty="0" err="1">
                <a:solidFill>
                  <a:schemeClr val="tx1"/>
                </a:solidFill>
                <a:latin typeface="Meiryo" panose="020B0604030504040204" pitchFamily="34" charset="-128"/>
                <a:ea typeface="Meiryo" panose="020B0604030504040204" pitchFamily="34" charset="-128"/>
                <a:cs typeface="Yu Gothic Medium"/>
              </a:rPr>
              <a:t>以下から作成</a:t>
            </a:r>
            <a:r>
              <a:rPr spc="-8" dirty="0" err="1">
                <a:solidFill>
                  <a:schemeClr val="tx1"/>
                </a:solidFill>
                <a:latin typeface="Meiryo" panose="020B0604030504040204" pitchFamily="34" charset="-128"/>
                <a:ea typeface="Meiryo" panose="020B0604030504040204" pitchFamily="34" charset="-128"/>
                <a:cs typeface="Yu Gothic Medium"/>
              </a:rPr>
              <a:t>をクリック</a:t>
            </a:r>
            <a:endParaRPr dirty="0">
              <a:solidFill>
                <a:schemeClr val="tx1"/>
              </a:solidFill>
              <a:latin typeface="Meiryo" panose="020B0604030504040204" pitchFamily="34" charset="-128"/>
              <a:ea typeface="Meiryo" panose="020B0604030504040204" pitchFamily="34" charset="-128"/>
              <a:cs typeface="Yu Gothic Medium"/>
            </a:endParaRPr>
          </a:p>
        </p:txBody>
      </p:sp>
      <p:pic>
        <p:nvPicPr>
          <p:cNvPr id="4" name="object 4"/>
          <p:cNvPicPr/>
          <p:nvPr/>
        </p:nvPicPr>
        <p:blipFill>
          <a:blip r:embed="rId2" cstate="print"/>
          <a:stretch>
            <a:fillRect/>
          </a:stretch>
        </p:blipFill>
        <p:spPr>
          <a:xfrm>
            <a:off x="335919" y="1524093"/>
            <a:ext cx="5977521" cy="1523908"/>
          </a:xfrm>
          <a:prstGeom prst="rect">
            <a:avLst/>
          </a:prstGeom>
        </p:spPr>
      </p:pic>
      <p:sp>
        <p:nvSpPr>
          <p:cNvPr id="5" name="object 5"/>
          <p:cNvSpPr txBox="1"/>
          <p:nvPr/>
        </p:nvSpPr>
        <p:spPr>
          <a:xfrm>
            <a:off x="6482979" y="3947425"/>
            <a:ext cx="2455444" cy="563616"/>
          </a:xfrm>
          <a:prstGeom prst="rect">
            <a:avLst/>
          </a:prstGeom>
        </p:spPr>
        <p:txBody>
          <a:bodyPr vert="horz" wrap="square" lIns="0" tIns="9525" rIns="0" bIns="0" rtlCol="0">
            <a:spAutoFit/>
          </a:bodyPr>
          <a:lstStyle/>
          <a:p>
            <a:pPr marL="9525">
              <a:spcBef>
                <a:spcPts val="75"/>
              </a:spcBef>
            </a:pPr>
            <a:r>
              <a:rPr spc="-15" dirty="0">
                <a:solidFill>
                  <a:schemeClr val="tx1"/>
                </a:solidFill>
                <a:latin typeface="Meiryo" panose="020B0604030504040204" pitchFamily="34" charset="-128"/>
                <a:ea typeface="Meiryo" panose="020B0604030504040204" pitchFamily="34" charset="-128"/>
                <a:cs typeface="Yu Gothic Medium"/>
              </a:rPr>
              <a:t>リモートブランチ</a:t>
            </a:r>
            <a:endParaRPr dirty="0">
              <a:solidFill>
                <a:schemeClr val="tx1"/>
              </a:solidFill>
              <a:latin typeface="Meiryo" panose="020B0604030504040204" pitchFamily="34" charset="-128"/>
              <a:ea typeface="Meiryo" panose="020B0604030504040204" pitchFamily="34" charset="-128"/>
              <a:cs typeface="Yu Gothic Medium"/>
            </a:endParaRPr>
          </a:p>
          <a:p>
            <a:pPr marL="9525">
              <a:spcBef>
                <a:spcPts val="4"/>
              </a:spcBef>
            </a:pPr>
            <a:r>
              <a:rPr spc="-4" dirty="0">
                <a:solidFill>
                  <a:schemeClr val="tx1"/>
                </a:solidFill>
                <a:latin typeface="Meiryo" panose="020B0604030504040204" pitchFamily="34" charset="-128"/>
                <a:ea typeface="Meiryo" panose="020B0604030504040204" pitchFamily="34" charset="-128"/>
                <a:cs typeface="Yu Gothic Medium"/>
              </a:rPr>
              <a:t>の”</a:t>
            </a:r>
            <a:r>
              <a:rPr spc="-8" dirty="0">
                <a:solidFill>
                  <a:schemeClr val="tx1"/>
                </a:solidFill>
                <a:latin typeface="Meiryo" panose="020B0604030504040204" pitchFamily="34" charset="-128"/>
                <a:ea typeface="Meiryo" panose="020B0604030504040204" pitchFamily="34" charset="-128"/>
                <a:cs typeface="Yu Gothic Medium"/>
              </a:rPr>
              <a:t>origin/main”</a:t>
            </a:r>
            <a:r>
              <a:rPr spc="-15" dirty="0">
                <a:solidFill>
                  <a:schemeClr val="tx1"/>
                </a:solidFill>
                <a:latin typeface="Meiryo" panose="020B0604030504040204" pitchFamily="34" charset="-128"/>
                <a:ea typeface="Meiryo" panose="020B0604030504040204" pitchFamily="34" charset="-128"/>
                <a:cs typeface="Yu Gothic Medium"/>
              </a:rPr>
              <a:t>を選択</a:t>
            </a:r>
            <a:endParaRPr dirty="0">
              <a:solidFill>
                <a:schemeClr val="tx1"/>
              </a:solidFill>
              <a:latin typeface="Meiryo" panose="020B0604030504040204" pitchFamily="34" charset="-128"/>
              <a:ea typeface="Meiryo" panose="020B0604030504040204" pitchFamily="34" charset="-128"/>
              <a:cs typeface="Yu Gothic Medium"/>
            </a:endParaRPr>
          </a:p>
        </p:txBody>
      </p:sp>
      <p:pic>
        <p:nvPicPr>
          <p:cNvPr id="6" name="object 6"/>
          <p:cNvPicPr/>
          <p:nvPr/>
        </p:nvPicPr>
        <p:blipFill>
          <a:blip r:embed="rId3" cstate="print"/>
          <a:stretch>
            <a:fillRect/>
          </a:stretch>
        </p:blipFill>
        <p:spPr>
          <a:xfrm>
            <a:off x="345785" y="3495087"/>
            <a:ext cx="5967655" cy="1380761"/>
          </a:xfrm>
          <a:prstGeom prst="rect">
            <a:avLst/>
          </a:prstGeom>
        </p:spPr>
      </p:pic>
      <p:pic>
        <p:nvPicPr>
          <p:cNvPr id="7" name="object 7"/>
          <p:cNvPicPr/>
          <p:nvPr/>
        </p:nvPicPr>
        <p:blipFill>
          <a:blip r:embed="rId4" cstate="print"/>
          <a:stretch>
            <a:fillRect/>
          </a:stretch>
        </p:blipFill>
        <p:spPr>
          <a:xfrm>
            <a:off x="363896" y="5112995"/>
            <a:ext cx="5944255" cy="741081"/>
          </a:xfrm>
          <a:prstGeom prst="rect">
            <a:avLst/>
          </a:prstGeom>
        </p:spPr>
      </p:pic>
      <p:sp>
        <p:nvSpPr>
          <p:cNvPr id="8" name="object 8"/>
          <p:cNvSpPr txBox="1"/>
          <p:nvPr/>
        </p:nvSpPr>
        <p:spPr>
          <a:xfrm>
            <a:off x="6505169" y="5376661"/>
            <a:ext cx="2411064" cy="286617"/>
          </a:xfrm>
          <a:prstGeom prst="rect">
            <a:avLst/>
          </a:prstGeom>
        </p:spPr>
        <p:txBody>
          <a:bodyPr vert="horz" wrap="square" lIns="0" tIns="9525" rIns="0" bIns="0" rtlCol="0">
            <a:spAutoFit/>
          </a:bodyPr>
          <a:lstStyle/>
          <a:p>
            <a:pPr marL="9525">
              <a:spcBef>
                <a:spcPts val="75"/>
              </a:spcBef>
            </a:pPr>
            <a:r>
              <a:rPr spc="-4" dirty="0">
                <a:solidFill>
                  <a:schemeClr val="tx1"/>
                </a:solidFill>
                <a:latin typeface="Meiryo" panose="020B0604030504040204" pitchFamily="34" charset="-128"/>
                <a:ea typeface="Meiryo" panose="020B0604030504040204" pitchFamily="34" charset="-128"/>
                <a:cs typeface="Yu Gothic Medium"/>
              </a:rPr>
              <a:t>ブランチ名を入力する</a:t>
            </a:r>
            <a:endParaRPr>
              <a:solidFill>
                <a:schemeClr val="tx1"/>
              </a:solidFill>
              <a:latin typeface="Meiryo" panose="020B0604030504040204" pitchFamily="34" charset="-128"/>
              <a:ea typeface="Meiryo" panose="020B0604030504040204" pitchFamily="34" charset="-128"/>
              <a:cs typeface="Yu Gothic Medium"/>
            </a:endParaRPr>
          </a:p>
        </p:txBody>
      </p:sp>
      <p:sp>
        <p:nvSpPr>
          <p:cNvPr id="9" name="object 9"/>
          <p:cNvSpPr txBox="1"/>
          <p:nvPr/>
        </p:nvSpPr>
        <p:spPr>
          <a:xfrm>
            <a:off x="5189282" y="5984858"/>
            <a:ext cx="3802317" cy="378950"/>
          </a:xfrm>
          <a:prstGeom prst="rect">
            <a:avLst/>
          </a:prstGeom>
        </p:spPr>
        <p:txBody>
          <a:bodyPr vert="horz" wrap="square" lIns="0" tIns="9525" rIns="0" bIns="0" rtlCol="0">
            <a:spAutoFit/>
          </a:bodyPr>
          <a:lstStyle/>
          <a:p>
            <a:pPr marL="9525">
              <a:spcBef>
                <a:spcPts val="75"/>
              </a:spcBef>
            </a:pPr>
            <a:r>
              <a:rPr sz="2400" b="1" spc="-15" dirty="0" err="1">
                <a:solidFill>
                  <a:srgbClr val="FFC000"/>
                </a:solidFill>
                <a:latin typeface="Meiryo" panose="020B0604030504040204" pitchFamily="34" charset="-128"/>
                <a:ea typeface="Meiryo" panose="020B0604030504040204" pitchFamily="34" charset="-128"/>
                <a:cs typeface="Yu Gothic Medium"/>
              </a:rPr>
              <a:t>自分の名前</a:t>
            </a:r>
            <a:r>
              <a:rPr lang="en-US" sz="2400" b="1" spc="-15" dirty="0">
                <a:solidFill>
                  <a:srgbClr val="FFC000"/>
                </a:solidFill>
                <a:latin typeface="Meiryo" panose="020B0604030504040204" pitchFamily="34" charset="-128"/>
                <a:ea typeface="Meiryo" panose="020B0604030504040204" pitchFamily="34" charset="-128"/>
                <a:cs typeface="Yu Gothic Medium"/>
              </a:rPr>
              <a:t>/devel/</a:t>
            </a:r>
            <a:r>
              <a:rPr lang="en-US" sz="2400" b="1" spc="-15" dirty="0" err="1">
                <a:solidFill>
                  <a:srgbClr val="FFC000"/>
                </a:solidFill>
                <a:latin typeface="Meiryo" panose="020B0604030504040204" pitchFamily="34" charset="-128"/>
                <a:ea typeface="Meiryo" panose="020B0604030504040204" pitchFamily="34" charset="-128"/>
                <a:cs typeface="Yu Gothic Medium"/>
              </a:rPr>
              <a:t>機能名</a:t>
            </a:r>
            <a:endParaRPr sz="2400" b="1" dirty="0">
              <a:latin typeface="Meiryo" panose="020B0604030504040204" pitchFamily="34" charset="-128"/>
              <a:ea typeface="Meiryo" panose="020B0604030504040204" pitchFamily="34" charset="-128"/>
              <a:cs typeface="Yu Gothic Medium"/>
            </a:endParaRPr>
          </a:p>
        </p:txBody>
      </p:sp>
      <p:sp>
        <p:nvSpPr>
          <p:cNvPr id="12" name="object 7">
            <a:extLst>
              <a:ext uri="{FF2B5EF4-FFF2-40B4-BE49-F238E27FC236}">
                <a16:creationId xmlns:a16="http://schemas.microsoft.com/office/drawing/2014/main" id="{4EE1E6E4-DFD1-81A5-6883-E397FD185803}"/>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b="0" spc="120">
                <a:solidFill>
                  <a:srgbClr val="1B2731"/>
                </a:solidFill>
                <a:latin typeface="Meiryo" panose="020B0604030504040204" pitchFamily="34" charset="-128"/>
              </a:rPr>
              <a:t>自分のブランチを作成してみよう</a:t>
            </a:r>
            <a:endParaRPr lang="en" altLang="ja-JP" sz="3600" b="0" dirty="0">
              <a:solidFill>
                <a:srgbClr val="1B2731"/>
              </a:solidFill>
              <a:latin typeface="Meiryo" panose="020B0604030504040204" pitchFamily="34" charset="-128"/>
            </a:endParaRPr>
          </a:p>
        </p:txBody>
      </p:sp>
      <p:sp>
        <p:nvSpPr>
          <p:cNvPr id="15" name="テキスト ボックス 14">
            <a:extLst>
              <a:ext uri="{FF2B5EF4-FFF2-40B4-BE49-F238E27FC236}">
                <a16:creationId xmlns:a16="http://schemas.microsoft.com/office/drawing/2014/main" id="{98F20364-6587-45BE-C67E-BA77B9954F35}"/>
              </a:ext>
            </a:extLst>
          </p:cNvPr>
          <p:cNvSpPr txBox="1"/>
          <p:nvPr/>
        </p:nvSpPr>
        <p:spPr>
          <a:xfrm>
            <a:off x="609600" y="1064673"/>
            <a:ext cx="1217000" cy="400110"/>
          </a:xfrm>
          <a:prstGeom prst="rect">
            <a:avLst/>
          </a:prstGeom>
          <a:noFill/>
        </p:spPr>
        <p:txBody>
          <a:bodyPr wrap="none" rtlCol="0">
            <a:spAutoFit/>
          </a:bodyPr>
          <a:lstStyle/>
          <a:p>
            <a:r>
              <a:rPr kumimoji="1" lang="en" altLang="ja-JP" sz="2000" b="1" dirty="0" err="1">
                <a:latin typeface="Meiryo" panose="020B0604030504040204" pitchFamily="34" charset="-128"/>
                <a:ea typeface="Meiryo" panose="020B0604030504040204" pitchFamily="34" charset="-128"/>
              </a:rPr>
              <a:t>VSCode</a:t>
            </a:r>
            <a:endParaRPr kumimoji="1" lang="en" altLang="ja-JP" sz="2000" b="1" dirty="0">
              <a:latin typeface="Meiryo" panose="020B0604030504040204" pitchFamily="34" charset="-128"/>
              <a:ea typeface="Meiryo" panose="020B0604030504040204" pitchFamily="34" charset="-12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1036252"/>
            <a:ext cx="6099334" cy="450508"/>
          </a:xfrm>
          <a:prstGeom prst="rect">
            <a:avLst/>
          </a:prstGeom>
        </p:spPr>
        <p:txBody>
          <a:bodyPr vert="horz" wrap="square" lIns="0" tIns="93345" rIns="0" bIns="0" rtlCol="0">
            <a:spAutoFit/>
          </a:bodyPr>
          <a:lstStyle/>
          <a:p>
            <a:pPr marL="9525" marR="3810">
              <a:lnSpc>
                <a:spcPct val="80000"/>
              </a:lnSpc>
              <a:spcBef>
                <a:spcPts val="735"/>
              </a:spcBef>
            </a:pPr>
            <a:r>
              <a:rPr lang="ja-JP" altLang="en-US" sz="2775" b="1" spc="105">
                <a:solidFill>
                  <a:schemeClr val="tx1"/>
                </a:solidFill>
                <a:latin typeface="Yu Gothic"/>
                <a:cs typeface="Yu Gothic"/>
              </a:rPr>
              <a:t>リ</a:t>
            </a:r>
            <a:r>
              <a:rPr lang="ja-JP" altLang="en-US" sz="2775" b="1" spc="98">
                <a:solidFill>
                  <a:schemeClr val="tx1"/>
                </a:solidFill>
                <a:latin typeface="Yu Gothic"/>
                <a:cs typeface="Yu Gothic"/>
              </a:rPr>
              <a:t>モートに登録</a:t>
            </a:r>
            <a:endParaRPr lang="ja-JP" altLang="en-US" sz="2775" dirty="0">
              <a:solidFill>
                <a:schemeClr val="tx1"/>
              </a:solidFill>
              <a:latin typeface="Yu Gothic"/>
              <a:cs typeface="Yu Gothic"/>
            </a:endParaRPr>
          </a:p>
        </p:txBody>
      </p:sp>
      <p:pic>
        <p:nvPicPr>
          <p:cNvPr id="3" name="object 3"/>
          <p:cNvPicPr/>
          <p:nvPr/>
        </p:nvPicPr>
        <p:blipFill>
          <a:blip r:embed="rId2" cstate="print"/>
          <a:stretch>
            <a:fillRect/>
          </a:stretch>
        </p:blipFill>
        <p:spPr>
          <a:xfrm>
            <a:off x="152400" y="1873550"/>
            <a:ext cx="2778722" cy="1165265"/>
          </a:xfrm>
          <a:prstGeom prst="rect">
            <a:avLst/>
          </a:prstGeom>
        </p:spPr>
      </p:pic>
      <p:pic>
        <p:nvPicPr>
          <p:cNvPr id="4" name="object 4"/>
          <p:cNvPicPr/>
          <p:nvPr/>
        </p:nvPicPr>
        <p:blipFill>
          <a:blip r:embed="rId3" cstate="print"/>
          <a:stretch>
            <a:fillRect/>
          </a:stretch>
        </p:blipFill>
        <p:spPr>
          <a:xfrm>
            <a:off x="3058906" y="1882046"/>
            <a:ext cx="2778722" cy="1688121"/>
          </a:xfrm>
          <a:prstGeom prst="rect">
            <a:avLst/>
          </a:prstGeom>
        </p:spPr>
      </p:pic>
      <p:sp>
        <p:nvSpPr>
          <p:cNvPr id="5" name="object 5"/>
          <p:cNvSpPr txBox="1"/>
          <p:nvPr/>
        </p:nvSpPr>
        <p:spPr>
          <a:xfrm>
            <a:off x="5972164" y="1873550"/>
            <a:ext cx="3026188" cy="1118094"/>
          </a:xfrm>
          <a:prstGeom prst="rect">
            <a:avLst/>
          </a:prstGeom>
        </p:spPr>
        <p:txBody>
          <a:bodyPr vert="horz" wrap="square" lIns="0" tIns="10001" rIns="0" bIns="0" rtlCol="0">
            <a:spAutoFit/>
          </a:bodyPr>
          <a:lstStyle/>
          <a:p>
            <a:pPr marL="9525" marR="3810">
              <a:spcBef>
                <a:spcPts val="79"/>
              </a:spcBef>
            </a:pPr>
            <a:r>
              <a:rPr spc="-8" dirty="0">
                <a:solidFill>
                  <a:schemeClr val="tx1"/>
                </a:solidFill>
                <a:latin typeface="Yu Gothic Medium"/>
                <a:cs typeface="Yu Gothic Medium"/>
              </a:rPr>
              <a:t>左下の雲に矢印が刺さっているマークをクリックするか,</a:t>
            </a:r>
            <a:r>
              <a:rPr dirty="0">
                <a:solidFill>
                  <a:schemeClr val="tx1"/>
                </a:solidFill>
                <a:latin typeface="Yu Gothic Medium"/>
                <a:cs typeface="Yu Gothic Medium"/>
              </a:rPr>
              <a:t>サイドバーの</a:t>
            </a:r>
            <a:r>
              <a:rPr spc="-15" dirty="0">
                <a:solidFill>
                  <a:schemeClr val="tx1"/>
                </a:solidFill>
                <a:latin typeface="Yu Gothic Medium"/>
                <a:cs typeface="Yu Gothic Medium"/>
              </a:rPr>
              <a:t>git</a:t>
            </a:r>
            <a:r>
              <a:rPr spc="-11" dirty="0">
                <a:solidFill>
                  <a:schemeClr val="tx1"/>
                </a:solidFill>
                <a:latin typeface="Yu Gothic Medium"/>
                <a:cs typeface="Yu Gothic Medium"/>
              </a:rPr>
              <a:t>管理から</a:t>
            </a:r>
            <a:r>
              <a:rPr spc="-38" dirty="0">
                <a:solidFill>
                  <a:schemeClr val="tx1"/>
                </a:solidFill>
                <a:latin typeface="Yu Gothic Medium"/>
                <a:cs typeface="Yu Gothic Medium"/>
              </a:rPr>
              <a:t> </a:t>
            </a:r>
            <a:r>
              <a:rPr spc="-8" dirty="0">
                <a:solidFill>
                  <a:schemeClr val="tx1"/>
                </a:solidFill>
                <a:latin typeface="Yu Gothic Medium"/>
                <a:cs typeface="Yu Gothic Medium"/>
              </a:rPr>
              <a:t>branchの発行をクリック</a:t>
            </a:r>
            <a:endParaRPr>
              <a:solidFill>
                <a:schemeClr val="tx1"/>
              </a:solidFill>
              <a:latin typeface="Yu Gothic Medium"/>
              <a:cs typeface="Yu Gothic Medium"/>
            </a:endParaRPr>
          </a:p>
        </p:txBody>
      </p:sp>
      <p:sp>
        <p:nvSpPr>
          <p:cNvPr id="6" name="object 6"/>
          <p:cNvSpPr txBox="1"/>
          <p:nvPr/>
        </p:nvSpPr>
        <p:spPr>
          <a:xfrm>
            <a:off x="347090" y="3965453"/>
            <a:ext cx="8339710" cy="1477328"/>
          </a:xfrm>
          <a:prstGeom prst="rect">
            <a:avLst/>
          </a:prstGeom>
        </p:spPr>
        <p:txBody>
          <a:bodyPr vert="horz" wrap="square" lIns="0" tIns="114300" rIns="0" bIns="0" rtlCol="0">
            <a:spAutoFit/>
          </a:bodyPr>
          <a:lstStyle/>
          <a:p>
            <a:pPr marL="9525">
              <a:spcBef>
                <a:spcPts val="900"/>
              </a:spcBef>
            </a:pPr>
            <a:r>
              <a:rPr lang="ja-JP" altLang="en-US" sz="4500" spc="-19">
                <a:solidFill>
                  <a:schemeClr val="tx1"/>
                </a:solidFill>
                <a:latin typeface="Yu Gothic Medium"/>
                <a:cs typeface="Yu Gothic Medium"/>
              </a:rPr>
              <a:t>ターミナルから</a:t>
            </a:r>
            <a:endParaRPr lang="en-US" altLang="ja-JP" sz="4500" spc="-19" dirty="0">
              <a:solidFill>
                <a:schemeClr val="tx1"/>
              </a:solidFill>
              <a:latin typeface="Yu Gothic Medium"/>
              <a:cs typeface="Yu Gothic Medium"/>
            </a:endParaRPr>
          </a:p>
          <a:p>
            <a:pPr marL="9525">
              <a:spcBef>
                <a:spcPts val="900"/>
              </a:spcBef>
            </a:pPr>
            <a:r>
              <a:rPr sz="3600" dirty="0">
                <a:solidFill>
                  <a:schemeClr val="tx1"/>
                </a:solidFill>
                <a:latin typeface="Yu Gothic Medium"/>
                <a:cs typeface="Yu Gothic Medium"/>
              </a:rPr>
              <a:t>git</a:t>
            </a:r>
            <a:r>
              <a:rPr sz="3600" spc="-38" dirty="0">
                <a:solidFill>
                  <a:schemeClr val="tx1"/>
                </a:solidFill>
                <a:latin typeface="Yu Gothic Medium"/>
                <a:cs typeface="Yu Gothic Medium"/>
              </a:rPr>
              <a:t> </a:t>
            </a:r>
            <a:r>
              <a:rPr sz="3600" dirty="0">
                <a:solidFill>
                  <a:schemeClr val="tx1"/>
                </a:solidFill>
                <a:latin typeface="Yu Gothic Medium"/>
                <a:cs typeface="Yu Gothic Medium"/>
              </a:rPr>
              <a:t>push</a:t>
            </a:r>
            <a:r>
              <a:rPr sz="3600" spc="-23" dirty="0">
                <a:solidFill>
                  <a:schemeClr val="tx1"/>
                </a:solidFill>
                <a:latin typeface="Yu Gothic Medium"/>
                <a:cs typeface="Yu Gothic Medium"/>
              </a:rPr>
              <a:t> </a:t>
            </a:r>
            <a:r>
              <a:rPr sz="3600" spc="-8" dirty="0">
                <a:solidFill>
                  <a:schemeClr val="tx1"/>
                </a:solidFill>
                <a:latin typeface="Yu Gothic Medium"/>
                <a:cs typeface="Yu Gothic Medium"/>
              </a:rPr>
              <a:t>-</a:t>
            </a:r>
            <a:r>
              <a:rPr sz="3600" dirty="0">
                <a:solidFill>
                  <a:schemeClr val="tx1"/>
                </a:solidFill>
                <a:latin typeface="Yu Gothic Medium"/>
                <a:cs typeface="Yu Gothic Medium"/>
              </a:rPr>
              <a:t>u</a:t>
            </a:r>
            <a:r>
              <a:rPr sz="3600" spc="-38" dirty="0">
                <a:solidFill>
                  <a:schemeClr val="tx1"/>
                </a:solidFill>
                <a:latin typeface="Yu Gothic Medium"/>
                <a:cs typeface="Yu Gothic Medium"/>
              </a:rPr>
              <a:t> </a:t>
            </a:r>
            <a:r>
              <a:rPr sz="3600" dirty="0">
                <a:solidFill>
                  <a:schemeClr val="tx1"/>
                </a:solidFill>
                <a:latin typeface="Yu Gothic Medium"/>
                <a:cs typeface="Yu Gothic Medium"/>
              </a:rPr>
              <a:t>origin</a:t>
            </a:r>
            <a:r>
              <a:rPr sz="3600" spc="-34" dirty="0">
                <a:solidFill>
                  <a:schemeClr val="tx1"/>
                </a:solidFill>
                <a:latin typeface="Yu Gothic Medium"/>
                <a:cs typeface="Yu Gothic Medium"/>
              </a:rPr>
              <a:t> </a:t>
            </a:r>
            <a:r>
              <a:rPr lang="en-US" sz="3600" spc="-8" dirty="0" err="1">
                <a:solidFill>
                  <a:schemeClr val="tx1"/>
                </a:solidFill>
                <a:latin typeface="Yu Gothic Medium"/>
                <a:cs typeface="Yu Gothic Medium"/>
              </a:rPr>
              <a:t>yamao</a:t>
            </a:r>
            <a:r>
              <a:rPr lang="en-US" sz="3600" spc="-8" dirty="0">
                <a:solidFill>
                  <a:schemeClr val="tx1"/>
                </a:solidFill>
                <a:latin typeface="Yu Gothic Medium"/>
                <a:cs typeface="Yu Gothic Medium"/>
              </a:rPr>
              <a:t>/devel/demo</a:t>
            </a:r>
            <a:endParaRPr sz="3600" dirty="0">
              <a:solidFill>
                <a:schemeClr val="tx1"/>
              </a:solidFill>
              <a:latin typeface="Yu Gothic Medium"/>
              <a:cs typeface="Yu Gothic Medium"/>
            </a:endParaRPr>
          </a:p>
        </p:txBody>
      </p:sp>
      <p:sp>
        <p:nvSpPr>
          <p:cNvPr id="7" name="object 7">
            <a:extLst>
              <a:ext uri="{FF2B5EF4-FFF2-40B4-BE49-F238E27FC236}">
                <a16:creationId xmlns:a16="http://schemas.microsoft.com/office/drawing/2014/main" id="{90B72988-82DB-6C9A-75B8-2E0D72DA2DF6}"/>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20">
                <a:solidFill>
                  <a:srgbClr val="1B2731"/>
                </a:solidFill>
                <a:latin typeface="Meiryo" panose="020B0604030504040204" pitchFamily="34" charset="-128"/>
              </a:rPr>
              <a:t>自分のブランチを作成してみよう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17659" y="3095539"/>
            <a:ext cx="5189696" cy="2646236"/>
          </a:xfrm>
          <a:prstGeom prst="rect">
            <a:avLst/>
          </a:prstGeom>
        </p:spPr>
      </p:pic>
      <p:pic>
        <p:nvPicPr>
          <p:cNvPr id="4" name="object 4"/>
          <p:cNvPicPr/>
          <p:nvPr/>
        </p:nvPicPr>
        <p:blipFill>
          <a:blip r:embed="rId3" cstate="print"/>
          <a:stretch>
            <a:fillRect/>
          </a:stretch>
        </p:blipFill>
        <p:spPr>
          <a:xfrm>
            <a:off x="3449764" y="1934051"/>
            <a:ext cx="2057591" cy="1097375"/>
          </a:xfrm>
          <a:prstGeom prst="rect">
            <a:avLst/>
          </a:prstGeom>
        </p:spPr>
      </p:pic>
      <p:sp>
        <p:nvSpPr>
          <p:cNvPr id="5" name="object 5"/>
          <p:cNvSpPr txBox="1"/>
          <p:nvPr/>
        </p:nvSpPr>
        <p:spPr>
          <a:xfrm>
            <a:off x="5955982" y="2048789"/>
            <a:ext cx="2503646" cy="471764"/>
          </a:xfrm>
          <a:prstGeom prst="rect">
            <a:avLst/>
          </a:prstGeom>
        </p:spPr>
        <p:txBody>
          <a:bodyPr vert="horz" wrap="square" lIns="0" tIns="10001" rIns="0" bIns="0" rtlCol="0">
            <a:spAutoFit/>
          </a:bodyPr>
          <a:lstStyle/>
          <a:p>
            <a:pPr marL="9525">
              <a:spcBef>
                <a:spcPts val="79"/>
              </a:spcBef>
            </a:pPr>
            <a:r>
              <a:rPr sz="1500" spc="-15" dirty="0">
                <a:solidFill>
                  <a:schemeClr val="tx1"/>
                </a:solidFill>
                <a:latin typeface="Meiryo" panose="020B0604030504040204" pitchFamily="34" charset="-128"/>
                <a:ea typeface="Meiryo" panose="020B0604030504040204" pitchFamily="34" charset="-128"/>
                <a:cs typeface="Yu Gothic Medium"/>
              </a:rPr>
              <a:t>左下で自分のブランチに移動</a:t>
            </a:r>
            <a:endParaRPr sz="1500">
              <a:solidFill>
                <a:schemeClr val="tx1"/>
              </a:solidFill>
              <a:latin typeface="Meiryo" panose="020B0604030504040204" pitchFamily="34" charset="-128"/>
              <a:ea typeface="Meiryo" panose="020B0604030504040204" pitchFamily="34" charset="-128"/>
              <a:cs typeface="Yu Gothic Medium"/>
            </a:endParaRPr>
          </a:p>
          <a:p>
            <a:pPr marL="9525"/>
            <a:r>
              <a:rPr sz="1500" spc="-15" dirty="0">
                <a:solidFill>
                  <a:schemeClr val="tx1"/>
                </a:solidFill>
                <a:latin typeface="Meiryo" panose="020B0604030504040204" pitchFamily="34" charset="-128"/>
                <a:ea typeface="Meiryo" panose="020B0604030504040204" pitchFamily="34" charset="-128"/>
                <a:cs typeface="Yu Gothic Medium"/>
              </a:rPr>
              <a:t>(参照)しているかを確認する.</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6" name="object 6"/>
          <p:cNvSpPr txBox="1"/>
          <p:nvPr/>
        </p:nvSpPr>
        <p:spPr>
          <a:xfrm>
            <a:off x="5955982" y="3439572"/>
            <a:ext cx="2511743" cy="933428"/>
          </a:xfrm>
          <a:prstGeom prst="rect">
            <a:avLst/>
          </a:prstGeom>
        </p:spPr>
        <p:txBody>
          <a:bodyPr vert="horz" wrap="square" lIns="0" tIns="10001" rIns="0" bIns="0" rtlCol="0">
            <a:spAutoFit/>
          </a:bodyPr>
          <a:lstStyle/>
          <a:p>
            <a:pPr marL="9525" marR="3810">
              <a:spcBef>
                <a:spcPts val="79"/>
              </a:spcBef>
            </a:pPr>
            <a:r>
              <a:rPr sz="1500" spc="-8" dirty="0">
                <a:solidFill>
                  <a:schemeClr val="tx1"/>
                </a:solidFill>
                <a:latin typeface="Meiryo" panose="020B0604030504040204" pitchFamily="34" charset="-128"/>
                <a:ea typeface="Meiryo" panose="020B0604030504040204" pitchFamily="34" charset="-128"/>
                <a:cs typeface="Yu Gothic Medium"/>
              </a:rPr>
              <a:t>自分のブランチに移動できていれば, 自分の名前のフォル</a:t>
            </a:r>
            <a:r>
              <a:rPr sz="1500" dirty="0">
                <a:solidFill>
                  <a:schemeClr val="tx1"/>
                </a:solidFill>
                <a:latin typeface="Meiryo" panose="020B0604030504040204" pitchFamily="34" charset="-128"/>
                <a:ea typeface="Meiryo" panose="020B0604030504040204" pitchFamily="34" charset="-128"/>
                <a:cs typeface="Yu Gothic Medium"/>
              </a:rPr>
              <a:t>ダ内の</a:t>
            </a:r>
            <a:r>
              <a:rPr sz="1500" spc="-8" dirty="0">
                <a:solidFill>
                  <a:schemeClr val="tx1"/>
                </a:solidFill>
                <a:latin typeface="Meiryo" panose="020B0604030504040204" pitchFamily="34" charset="-128"/>
                <a:ea typeface="Meiryo" panose="020B0604030504040204" pitchFamily="34" charset="-128"/>
                <a:cs typeface="Yu Gothic Medium"/>
              </a:rPr>
              <a:t>html</a:t>
            </a:r>
            <a:r>
              <a:rPr sz="1500" spc="-11" dirty="0">
                <a:solidFill>
                  <a:schemeClr val="tx1"/>
                </a:solidFill>
                <a:latin typeface="Meiryo" panose="020B0604030504040204" pitchFamily="34" charset="-128"/>
                <a:ea typeface="Meiryo" panose="020B0604030504040204" pitchFamily="34" charset="-128"/>
                <a:cs typeface="Yu Gothic Medium"/>
              </a:rPr>
              <a:t>ファイルを編集して保存してください.</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7" name="object 7">
            <a:extLst>
              <a:ext uri="{FF2B5EF4-FFF2-40B4-BE49-F238E27FC236}">
                <a16:creationId xmlns:a16="http://schemas.microsoft.com/office/drawing/2014/main" id="{5BE543D6-7381-6D3D-76F2-BBE337DDEA1C}"/>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46">
                <a:solidFill>
                  <a:schemeClr val="tx1"/>
                </a:solidFill>
                <a:latin typeface="Meiryo" panose="020B0604030504040204" pitchFamily="34" charset="-128"/>
              </a:rPr>
              <a:t>コミットを作成してみよう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82246" y="2018157"/>
            <a:ext cx="2499359" cy="471764"/>
          </a:xfrm>
          <a:prstGeom prst="rect">
            <a:avLst/>
          </a:prstGeom>
        </p:spPr>
        <p:txBody>
          <a:bodyPr vert="horz" wrap="square" lIns="0" tIns="10001" rIns="0" bIns="0" rtlCol="0">
            <a:spAutoFit/>
          </a:bodyPr>
          <a:lstStyle/>
          <a:p>
            <a:pPr marL="9525" marR="3810">
              <a:spcBef>
                <a:spcPts val="79"/>
              </a:spcBef>
            </a:pPr>
            <a:r>
              <a:rPr sz="1500" spc="-8" dirty="0">
                <a:solidFill>
                  <a:schemeClr val="tx1"/>
                </a:solidFill>
                <a:latin typeface="Yu Gothic Medium"/>
                <a:cs typeface="Yu Gothic Medium"/>
              </a:rPr>
              <a:t>保存をしたら画像の様になっているはずです.</a:t>
            </a:r>
            <a:endParaRPr sz="1500">
              <a:solidFill>
                <a:schemeClr val="tx1"/>
              </a:solidFill>
              <a:latin typeface="Yu Gothic Medium"/>
              <a:cs typeface="Yu Gothic Medium"/>
            </a:endParaRPr>
          </a:p>
        </p:txBody>
      </p:sp>
      <p:sp>
        <p:nvSpPr>
          <p:cNvPr id="4" name="object 4"/>
          <p:cNvSpPr txBox="1"/>
          <p:nvPr/>
        </p:nvSpPr>
        <p:spPr>
          <a:xfrm>
            <a:off x="5782246" y="3127057"/>
            <a:ext cx="2479358" cy="1671611"/>
          </a:xfrm>
          <a:prstGeom prst="rect">
            <a:avLst/>
          </a:prstGeom>
        </p:spPr>
        <p:txBody>
          <a:bodyPr vert="horz" wrap="square" lIns="0" tIns="9525" rIns="0" bIns="0" rtlCol="0">
            <a:spAutoFit/>
          </a:bodyPr>
          <a:lstStyle/>
          <a:p>
            <a:pPr marL="9525" marR="3810">
              <a:spcBef>
                <a:spcPts val="75"/>
              </a:spcBef>
            </a:pPr>
            <a:r>
              <a:rPr spc="-4" dirty="0">
                <a:solidFill>
                  <a:schemeClr val="tx1"/>
                </a:solidFill>
                <a:latin typeface="Yu Gothic Medium"/>
                <a:cs typeface="Yu Gothic Medium"/>
              </a:rPr>
              <a:t>コミットを作成すると</a:t>
            </a:r>
            <a:r>
              <a:rPr spc="-8" dirty="0">
                <a:solidFill>
                  <a:schemeClr val="tx1"/>
                </a:solidFill>
                <a:latin typeface="Yu Gothic Medium"/>
                <a:cs typeface="Yu Gothic Medium"/>
              </a:rPr>
              <a:t>きは, セーブするファイ</a:t>
            </a:r>
            <a:r>
              <a:rPr spc="-4" dirty="0">
                <a:solidFill>
                  <a:schemeClr val="tx1"/>
                </a:solidFill>
                <a:latin typeface="Yu Gothic Medium"/>
                <a:cs typeface="Yu Gothic Medium"/>
              </a:rPr>
              <a:t>ルを</a:t>
            </a:r>
            <a:r>
              <a:rPr u="sng" spc="-41" dirty="0">
                <a:solidFill>
                  <a:schemeClr val="tx1"/>
                </a:solidFill>
                <a:uFill>
                  <a:solidFill>
                    <a:srgbClr val="FFFFFF"/>
                  </a:solidFill>
                </a:uFill>
                <a:latin typeface="Yu Gothic Medium"/>
                <a:cs typeface="Yu Gothic Medium"/>
              </a:rPr>
              <a:t>選択(ステージする)</a:t>
            </a:r>
            <a:r>
              <a:rPr spc="-4" dirty="0">
                <a:solidFill>
                  <a:schemeClr val="tx1"/>
                </a:solidFill>
                <a:latin typeface="Yu Gothic Medium"/>
                <a:cs typeface="Yu Gothic Medium"/>
              </a:rPr>
              <a:t>してコメントを書いて</a:t>
            </a:r>
            <a:r>
              <a:rPr spc="-11" dirty="0">
                <a:solidFill>
                  <a:schemeClr val="tx1"/>
                </a:solidFill>
                <a:latin typeface="Yu Gothic Medium"/>
                <a:cs typeface="Yu Gothic Medium"/>
              </a:rPr>
              <a:t>セーブ(コミット)をしま</a:t>
            </a:r>
            <a:r>
              <a:rPr spc="-23" dirty="0">
                <a:solidFill>
                  <a:schemeClr val="tx1"/>
                </a:solidFill>
                <a:latin typeface="Yu Gothic Medium"/>
                <a:cs typeface="Yu Gothic Medium"/>
              </a:rPr>
              <a:t>す.</a:t>
            </a:r>
            <a:endParaRPr>
              <a:solidFill>
                <a:schemeClr val="tx1"/>
              </a:solidFill>
              <a:latin typeface="Yu Gothic Medium"/>
              <a:cs typeface="Yu Gothic Medium"/>
            </a:endParaRPr>
          </a:p>
        </p:txBody>
      </p:sp>
      <p:grpSp>
        <p:nvGrpSpPr>
          <p:cNvPr id="5" name="object 5"/>
          <p:cNvGrpSpPr/>
          <p:nvPr/>
        </p:nvGrpSpPr>
        <p:grpSpPr>
          <a:xfrm>
            <a:off x="486194" y="2007871"/>
            <a:ext cx="5237321" cy="3650456"/>
            <a:chOff x="648258" y="1534160"/>
            <a:chExt cx="6983095" cy="4867275"/>
          </a:xfrm>
        </p:grpSpPr>
        <p:pic>
          <p:nvPicPr>
            <p:cNvPr id="6" name="object 6"/>
            <p:cNvPicPr/>
            <p:nvPr/>
          </p:nvPicPr>
          <p:blipFill>
            <a:blip r:embed="rId2" cstate="print"/>
            <a:stretch>
              <a:fillRect/>
            </a:stretch>
          </p:blipFill>
          <p:spPr>
            <a:xfrm>
              <a:off x="648258" y="1534160"/>
              <a:ext cx="6149848" cy="3657854"/>
            </a:xfrm>
            <a:prstGeom prst="rect">
              <a:avLst/>
            </a:prstGeom>
          </p:spPr>
        </p:pic>
        <p:sp>
          <p:nvSpPr>
            <p:cNvPr id="7" name="object 7"/>
            <p:cNvSpPr/>
            <p:nvPr/>
          </p:nvSpPr>
          <p:spPr>
            <a:xfrm>
              <a:off x="1841119" y="2242057"/>
              <a:ext cx="5789930" cy="4159885"/>
            </a:xfrm>
            <a:custGeom>
              <a:avLst/>
              <a:gdLst/>
              <a:ahLst/>
              <a:cxnLst/>
              <a:rect l="l" t="t" r="r" b="b"/>
              <a:pathLst>
                <a:path w="5789930" h="4159885">
                  <a:moveTo>
                    <a:pt x="858901" y="4158119"/>
                  </a:moveTo>
                  <a:lnTo>
                    <a:pt x="40462" y="74053"/>
                  </a:lnTo>
                  <a:lnTo>
                    <a:pt x="74676" y="67183"/>
                  </a:lnTo>
                  <a:lnTo>
                    <a:pt x="70319" y="61595"/>
                  </a:lnTo>
                  <a:lnTo>
                    <a:pt x="22352" y="0"/>
                  </a:lnTo>
                  <a:lnTo>
                    <a:pt x="0" y="82169"/>
                  </a:lnTo>
                  <a:lnTo>
                    <a:pt x="34239" y="75298"/>
                  </a:lnTo>
                  <a:lnTo>
                    <a:pt x="852678" y="4159364"/>
                  </a:lnTo>
                  <a:lnTo>
                    <a:pt x="858901" y="4158119"/>
                  </a:lnTo>
                  <a:close/>
                </a:path>
                <a:path w="5789930" h="4159885">
                  <a:moveTo>
                    <a:pt x="5789676" y="1678686"/>
                  </a:moveTo>
                  <a:lnTo>
                    <a:pt x="1475054" y="785774"/>
                  </a:lnTo>
                  <a:lnTo>
                    <a:pt x="1475574" y="783209"/>
                  </a:lnTo>
                  <a:lnTo>
                    <a:pt x="1482090" y="751586"/>
                  </a:lnTo>
                  <a:lnTo>
                    <a:pt x="1399794" y="773430"/>
                  </a:lnTo>
                  <a:lnTo>
                    <a:pt x="1466710" y="826262"/>
                  </a:lnTo>
                  <a:lnTo>
                    <a:pt x="1473758" y="792022"/>
                  </a:lnTo>
                  <a:lnTo>
                    <a:pt x="5788406" y="1684909"/>
                  </a:lnTo>
                  <a:lnTo>
                    <a:pt x="5789676" y="1678686"/>
                  </a:lnTo>
                  <a:close/>
                </a:path>
              </a:pathLst>
            </a:custGeom>
            <a:solidFill>
              <a:srgbClr val="20B782"/>
            </a:solidFill>
          </p:spPr>
          <p:txBody>
            <a:bodyPr wrap="square" lIns="0" tIns="0" rIns="0" bIns="0" rtlCol="0"/>
            <a:lstStyle/>
            <a:p>
              <a:endParaRPr>
                <a:solidFill>
                  <a:schemeClr val="tx1"/>
                </a:solidFill>
              </a:endParaRPr>
            </a:p>
          </p:txBody>
        </p:sp>
      </p:grpSp>
      <p:sp>
        <p:nvSpPr>
          <p:cNvPr id="8" name="object 8"/>
          <p:cNvSpPr txBox="1"/>
          <p:nvPr/>
        </p:nvSpPr>
        <p:spPr>
          <a:xfrm>
            <a:off x="2081975" y="5441213"/>
            <a:ext cx="4404836" cy="240450"/>
          </a:xfrm>
          <a:prstGeom prst="rect">
            <a:avLst/>
          </a:prstGeom>
        </p:spPr>
        <p:txBody>
          <a:bodyPr vert="horz" wrap="square" lIns="0" tIns="9525" rIns="0" bIns="0" rtlCol="0">
            <a:spAutoFit/>
          </a:bodyPr>
          <a:lstStyle/>
          <a:p>
            <a:pPr marL="9525">
              <a:spcBef>
                <a:spcPts val="75"/>
              </a:spcBef>
            </a:pPr>
            <a:r>
              <a:rPr sz="1500" spc="-8" dirty="0">
                <a:solidFill>
                  <a:schemeClr val="tx1"/>
                </a:solidFill>
                <a:latin typeface="Yu Gothic Medium"/>
                <a:cs typeface="Yu Gothic Medium"/>
              </a:rPr>
              <a:t>セーブのコメントを書く, </a:t>
            </a:r>
            <a:r>
              <a:rPr sz="1500" dirty="0">
                <a:solidFill>
                  <a:schemeClr val="tx1"/>
                </a:solidFill>
                <a:latin typeface="Yu Gothic Medium"/>
                <a:cs typeface="Yu Gothic Medium"/>
              </a:rPr>
              <a:t>ex</a:t>
            </a:r>
            <a:r>
              <a:rPr sz="1500" spc="-4" dirty="0">
                <a:solidFill>
                  <a:schemeClr val="tx1"/>
                </a:solidFill>
                <a:latin typeface="Yu Gothic Medium"/>
                <a:cs typeface="Yu Gothic Medium"/>
              </a:rPr>
              <a:t>: </a:t>
            </a:r>
            <a:r>
              <a:rPr sz="1500" spc="-8" dirty="0">
                <a:solidFill>
                  <a:schemeClr val="tx1"/>
                </a:solidFill>
                <a:latin typeface="Yu Gothic Medium"/>
                <a:cs typeface="Yu Gothic Medium"/>
              </a:rPr>
              <a:t>p</a:t>
            </a:r>
            <a:r>
              <a:rPr sz="1500" spc="-4" dirty="0">
                <a:solidFill>
                  <a:schemeClr val="tx1"/>
                </a:solidFill>
                <a:latin typeface="Yu Gothic Medium"/>
                <a:cs typeface="Yu Gothic Medium"/>
              </a:rPr>
              <a:t>タグを編集しました.</a:t>
            </a:r>
            <a:endParaRPr sz="1500">
              <a:solidFill>
                <a:schemeClr val="tx1"/>
              </a:solidFill>
              <a:latin typeface="Yu Gothic Medium"/>
              <a:cs typeface="Yu Gothic Medium"/>
            </a:endParaRPr>
          </a:p>
        </p:txBody>
      </p:sp>
      <p:sp>
        <p:nvSpPr>
          <p:cNvPr id="9" name="object 7">
            <a:extLst>
              <a:ext uri="{FF2B5EF4-FFF2-40B4-BE49-F238E27FC236}">
                <a16:creationId xmlns:a16="http://schemas.microsoft.com/office/drawing/2014/main" id="{52C120ED-BC1D-9DBF-229B-164B2B9E3866}"/>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46">
                <a:solidFill>
                  <a:schemeClr val="tx1"/>
                </a:solidFill>
                <a:latin typeface="Meiryo" panose="020B0604030504040204" pitchFamily="34" charset="-128"/>
              </a:rPr>
              <a:t>コミットを作成してみよう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44480" y="2419540"/>
            <a:ext cx="4290060" cy="471764"/>
          </a:xfrm>
          <a:prstGeom prst="rect">
            <a:avLst/>
          </a:prstGeom>
        </p:spPr>
        <p:txBody>
          <a:bodyPr vert="horz" wrap="square" lIns="0" tIns="10001" rIns="0" bIns="0" rtlCol="0">
            <a:spAutoFit/>
          </a:bodyPr>
          <a:lstStyle/>
          <a:p>
            <a:pPr marL="9525" marR="3810">
              <a:spcBef>
                <a:spcPts val="79"/>
              </a:spcBef>
            </a:pPr>
            <a:r>
              <a:rPr sz="1500" spc="-15" dirty="0">
                <a:solidFill>
                  <a:schemeClr val="tx1"/>
                </a:solidFill>
                <a:latin typeface="Yu Gothic Medium"/>
                <a:cs typeface="Yu Gothic Medium"/>
              </a:rPr>
              <a:t>逆さ山をクリックし, “コミットしてプッシュ”をク</a:t>
            </a:r>
            <a:r>
              <a:rPr sz="1500" spc="-11" dirty="0">
                <a:solidFill>
                  <a:schemeClr val="tx1"/>
                </a:solidFill>
                <a:latin typeface="Yu Gothic Medium"/>
                <a:cs typeface="Yu Gothic Medium"/>
              </a:rPr>
              <a:t>リックすることでコミットができます.</a:t>
            </a:r>
            <a:endParaRPr sz="1500">
              <a:solidFill>
                <a:schemeClr val="tx1"/>
              </a:solidFill>
              <a:latin typeface="Yu Gothic Medium"/>
              <a:cs typeface="Yu Gothic Medium"/>
            </a:endParaRPr>
          </a:p>
        </p:txBody>
      </p:sp>
      <p:pic>
        <p:nvPicPr>
          <p:cNvPr id="4" name="object 4"/>
          <p:cNvPicPr/>
          <p:nvPr/>
        </p:nvPicPr>
        <p:blipFill>
          <a:blip r:embed="rId2" cstate="print"/>
          <a:stretch>
            <a:fillRect/>
          </a:stretch>
        </p:blipFill>
        <p:spPr>
          <a:xfrm>
            <a:off x="413147" y="2007870"/>
            <a:ext cx="3057810" cy="1840421"/>
          </a:xfrm>
          <a:prstGeom prst="rect">
            <a:avLst/>
          </a:prstGeom>
        </p:spPr>
      </p:pic>
      <p:sp>
        <p:nvSpPr>
          <p:cNvPr id="5" name="object 5"/>
          <p:cNvSpPr txBox="1"/>
          <p:nvPr/>
        </p:nvSpPr>
        <p:spPr>
          <a:xfrm>
            <a:off x="2367248" y="4595203"/>
            <a:ext cx="3767614" cy="240931"/>
          </a:xfrm>
          <a:prstGeom prst="rect">
            <a:avLst/>
          </a:prstGeom>
        </p:spPr>
        <p:txBody>
          <a:bodyPr vert="horz" wrap="square" lIns="0" tIns="10001" rIns="0" bIns="0" rtlCol="0">
            <a:spAutoFit/>
          </a:bodyPr>
          <a:lstStyle/>
          <a:p>
            <a:pPr marL="9525">
              <a:spcBef>
                <a:spcPts val="79"/>
              </a:spcBef>
            </a:pPr>
            <a:r>
              <a:rPr sz="1500" spc="-8" dirty="0">
                <a:solidFill>
                  <a:schemeClr val="tx1"/>
                </a:solidFill>
                <a:latin typeface="Yu Gothic Medium"/>
                <a:cs typeface="Yu Gothic Medium"/>
              </a:rPr>
              <a:t>同様に</a:t>
            </a:r>
            <a:r>
              <a:rPr sz="1500" dirty="0">
                <a:solidFill>
                  <a:schemeClr val="tx1"/>
                </a:solidFill>
                <a:latin typeface="Yu Gothic Medium"/>
                <a:cs typeface="Yu Gothic Medium"/>
              </a:rPr>
              <a:t>2,</a:t>
            </a:r>
            <a:r>
              <a:rPr sz="1500" spc="34" dirty="0">
                <a:solidFill>
                  <a:schemeClr val="tx1"/>
                </a:solidFill>
                <a:latin typeface="Yu Gothic Medium"/>
                <a:cs typeface="Yu Gothic Medium"/>
              </a:rPr>
              <a:t> </a:t>
            </a:r>
            <a:r>
              <a:rPr sz="1500" dirty="0">
                <a:solidFill>
                  <a:schemeClr val="tx1"/>
                </a:solidFill>
                <a:latin typeface="Yu Gothic Medium"/>
                <a:cs typeface="Yu Gothic Medium"/>
              </a:rPr>
              <a:t>3</a:t>
            </a:r>
            <a:r>
              <a:rPr sz="1500" spc="-15" dirty="0">
                <a:solidFill>
                  <a:schemeClr val="tx1"/>
                </a:solidFill>
                <a:latin typeface="Yu Gothic Medium"/>
                <a:cs typeface="Yu Gothic Medium"/>
              </a:rPr>
              <a:t>個コミットを作成してみましょう</a:t>
            </a:r>
            <a:endParaRPr sz="1500">
              <a:solidFill>
                <a:schemeClr val="tx1"/>
              </a:solidFill>
              <a:latin typeface="Yu Gothic Medium"/>
              <a:cs typeface="Yu Gothic Medium"/>
            </a:endParaRPr>
          </a:p>
        </p:txBody>
      </p:sp>
      <p:sp>
        <p:nvSpPr>
          <p:cNvPr id="6" name="object 7">
            <a:extLst>
              <a:ext uri="{FF2B5EF4-FFF2-40B4-BE49-F238E27FC236}">
                <a16:creationId xmlns:a16="http://schemas.microsoft.com/office/drawing/2014/main" id="{5AEDCA63-B0D4-83A5-42F6-570E4C71B741}"/>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46">
                <a:solidFill>
                  <a:schemeClr val="tx1"/>
                </a:solidFill>
                <a:latin typeface="Meiryo" panose="020B0604030504040204" pitchFamily="34" charset="-128"/>
              </a:rPr>
              <a:t>コミットを作成してみよう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6810" y="1879092"/>
            <a:ext cx="6336983" cy="2908934"/>
            <a:chOff x="115747" y="1362455"/>
            <a:chExt cx="8449310" cy="3878579"/>
          </a:xfrm>
        </p:grpSpPr>
        <p:pic>
          <p:nvPicPr>
            <p:cNvPr id="4" name="object 4"/>
            <p:cNvPicPr/>
            <p:nvPr/>
          </p:nvPicPr>
          <p:blipFill>
            <a:blip r:embed="rId2" cstate="print"/>
            <a:stretch>
              <a:fillRect/>
            </a:stretch>
          </p:blipFill>
          <p:spPr>
            <a:xfrm>
              <a:off x="115747" y="1362455"/>
              <a:ext cx="8447023" cy="3878579"/>
            </a:xfrm>
            <a:prstGeom prst="rect">
              <a:avLst/>
            </a:prstGeom>
          </p:spPr>
        </p:pic>
        <p:sp>
          <p:nvSpPr>
            <p:cNvPr id="5" name="object 5"/>
            <p:cNvSpPr/>
            <p:nvPr/>
          </p:nvSpPr>
          <p:spPr>
            <a:xfrm>
              <a:off x="1740027" y="1860930"/>
              <a:ext cx="6823709" cy="909955"/>
            </a:xfrm>
            <a:custGeom>
              <a:avLst/>
              <a:gdLst/>
              <a:ahLst/>
              <a:cxnLst/>
              <a:rect l="l" t="t" r="r" b="b"/>
              <a:pathLst>
                <a:path w="6823709" h="909955">
                  <a:moveTo>
                    <a:pt x="76033" y="34649"/>
                  </a:moveTo>
                  <a:lnTo>
                    <a:pt x="75229" y="40867"/>
                  </a:lnTo>
                  <a:lnTo>
                    <a:pt x="6822313" y="909447"/>
                  </a:lnTo>
                  <a:lnTo>
                    <a:pt x="6823202" y="903224"/>
                  </a:lnTo>
                  <a:lnTo>
                    <a:pt x="76033" y="34649"/>
                  </a:lnTo>
                  <a:close/>
                </a:path>
                <a:path w="6823709" h="909955">
                  <a:moveTo>
                    <a:pt x="80518" y="0"/>
                  </a:moveTo>
                  <a:lnTo>
                    <a:pt x="0" y="28067"/>
                  </a:lnTo>
                  <a:lnTo>
                    <a:pt x="70739" y="75565"/>
                  </a:lnTo>
                  <a:lnTo>
                    <a:pt x="75229" y="40867"/>
                  </a:lnTo>
                  <a:lnTo>
                    <a:pt x="62611" y="39243"/>
                  </a:lnTo>
                  <a:lnTo>
                    <a:pt x="63373" y="33020"/>
                  </a:lnTo>
                  <a:lnTo>
                    <a:pt x="76244" y="33020"/>
                  </a:lnTo>
                  <a:lnTo>
                    <a:pt x="80518" y="0"/>
                  </a:lnTo>
                  <a:close/>
                </a:path>
                <a:path w="6823709" h="909955">
                  <a:moveTo>
                    <a:pt x="63373" y="33020"/>
                  </a:moveTo>
                  <a:lnTo>
                    <a:pt x="62611" y="39243"/>
                  </a:lnTo>
                  <a:lnTo>
                    <a:pt x="75229" y="40867"/>
                  </a:lnTo>
                  <a:lnTo>
                    <a:pt x="76033" y="34649"/>
                  </a:lnTo>
                  <a:lnTo>
                    <a:pt x="63373" y="33020"/>
                  </a:lnTo>
                  <a:close/>
                </a:path>
                <a:path w="6823709" h="909955">
                  <a:moveTo>
                    <a:pt x="76244" y="33020"/>
                  </a:moveTo>
                  <a:lnTo>
                    <a:pt x="63373" y="33020"/>
                  </a:lnTo>
                  <a:lnTo>
                    <a:pt x="76033" y="34649"/>
                  </a:lnTo>
                  <a:lnTo>
                    <a:pt x="76244" y="33020"/>
                  </a:lnTo>
                  <a:close/>
                </a:path>
              </a:pathLst>
            </a:custGeom>
            <a:solidFill>
              <a:srgbClr val="20B782"/>
            </a:solidFill>
          </p:spPr>
          <p:txBody>
            <a:bodyPr wrap="square" lIns="0" tIns="0" rIns="0" bIns="0" rtlCol="0"/>
            <a:lstStyle/>
            <a:p>
              <a:endParaRPr>
                <a:solidFill>
                  <a:schemeClr val="tx1"/>
                </a:solidFill>
              </a:endParaRPr>
            </a:p>
          </p:txBody>
        </p:sp>
        <p:sp>
          <p:nvSpPr>
            <p:cNvPr id="6" name="object 6"/>
            <p:cNvSpPr/>
            <p:nvPr/>
          </p:nvSpPr>
          <p:spPr>
            <a:xfrm>
              <a:off x="6857999" y="3180079"/>
              <a:ext cx="825500" cy="276860"/>
            </a:xfrm>
            <a:custGeom>
              <a:avLst/>
              <a:gdLst/>
              <a:ahLst/>
              <a:cxnLst/>
              <a:rect l="l" t="t" r="r" b="b"/>
              <a:pathLst>
                <a:path w="825500" h="276860">
                  <a:moveTo>
                    <a:pt x="0" y="276860"/>
                  </a:moveTo>
                  <a:lnTo>
                    <a:pt x="825500" y="276860"/>
                  </a:lnTo>
                  <a:lnTo>
                    <a:pt x="825500" y="0"/>
                  </a:lnTo>
                  <a:lnTo>
                    <a:pt x="0" y="0"/>
                  </a:lnTo>
                  <a:lnTo>
                    <a:pt x="0" y="276860"/>
                  </a:lnTo>
                  <a:close/>
                </a:path>
              </a:pathLst>
            </a:custGeom>
            <a:ln w="12699">
              <a:solidFill>
                <a:srgbClr val="FF0000"/>
              </a:solidFill>
            </a:ln>
          </p:spPr>
          <p:txBody>
            <a:bodyPr wrap="square" lIns="0" tIns="0" rIns="0" bIns="0" rtlCol="0"/>
            <a:lstStyle/>
            <a:p>
              <a:endParaRPr>
                <a:solidFill>
                  <a:schemeClr val="tx1"/>
                </a:solidFill>
              </a:endParaRPr>
            </a:p>
          </p:txBody>
        </p:sp>
        <p:sp>
          <p:nvSpPr>
            <p:cNvPr id="7" name="object 7"/>
            <p:cNvSpPr/>
            <p:nvPr/>
          </p:nvSpPr>
          <p:spPr>
            <a:xfrm>
              <a:off x="7683499" y="2764536"/>
              <a:ext cx="881380" cy="534035"/>
            </a:xfrm>
            <a:custGeom>
              <a:avLst/>
              <a:gdLst/>
              <a:ahLst/>
              <a:cxnLst/>
              <a:rect l="l" t="t" r="r" b="b"/>
              <a:pathLst>
                <a:path w="881379" h="534035">
                  <a:moveTo>
                    <a:pt x="45466" y="461772"/>
                  </a:moveTo>
                  <a:lnTo>
                    <a:pt x="0" y="533780"/>
                  </a:lnTo>
                  <a:lnTo>
                    <a:pt x="84963" y="527050"/>
                  </a:lnTo>
                  <a:lnTo>
                    <a:pt x="70823" y="503681"/>
                  </a:lnTo>
                  <a:lnTo>
                    <a:pt x="56006" y="503681"/>
                  </a:lnTo>
                  <a:lnTo>
                    <a:pt x="52704" y="498348"/>
                  </a:lnTo>
                  <a:lnTo>
                    <a:pt x="63610" y="491760"/>
                  </a:lnTo>
                  <a:lnTo>
                    <a:pt x="45466" y="461772"/>
                  </a:lnTo>
                  <a:close/>
                </a:path>
                <a:path w="881379" h="534035">
                  <a:moveTo>
                    <a:pt x="63610" y="491760"/>
                  </a:moveTo>
                  <a:lnTo>
                    <a:pt x="52704" y="498348"/>
                  </a:lnTo>
                  <a:lnTo>
                    <a:pt x="56006" y="503681"/>
                  </a:lnTo>
                  <a:lnTo>
                    <a:pt x="66858" y="497128"/>
                  </a:lnTo>
                  <a:lnTo>
                    <a:pt x="63610" y="491760"/>
                  </a:lnTo>
                  <a:close/>
                </a:path>
                <a:path w="881379" h="534035">
                  <a:moveTo>
                    <a:pt x="66858" y="497128"/>
                  </a:moveTo>
                  <a:lnTo>
                    <a:pt x="56006" y="503681"/>
                  </a:lnTo>
                  <a:lnTo>
                    <a:pt x="70823" y="503681"/>
                  </a:lnTo>
                  <a:lnTo>
                    <a:pt x="66858" y="497128"/>
                  </a:lnTo>
                  <a:close/>
                </a:path>
                <a:path w="881379" h="534035">
                  <a:moveTo>
                    <a:pt x="877697" y="0"/>
                  </a:moveTo>
                  <a:lnTo>
                    <a:pt x="63610" y="491760"/>
                  </a:lnTo>
                  <a:lnTo>
                    <a:pt x="66858" y="497128"/>
                  </a:lnTo>
                  <a:lnTo>
                    <a:pt x="880999" y="5461"/>
                  </a:lnTo>
                  <a:lnTo>
                    <a:pt x="877697" y="0"/>
                  </a:lnTo>
                  <a:close/>
                </a:path>
              </a:pathLst>
            </a:custGeom>
            <a:solidFill>
              <a:srgbClr val="20B782"/>
            </a:solidFill>
          </p:spPr>
          <p:txBody>
            <a:bodyPr wrap="square" lIns="0" tIns="0" rIns="0" bIns="0" rtlCol="0"/>
            <a:lstStyle/>
            <a:p>
              <a:endParaRPr>
                <a:solidFill>
                  <a:schemeClr val="tx1"/>
                </a:solidFill>
              </a:endParaRPr>
            </a:p>
          </p:txBody>
        </p:sp>
      </p:grpSp>
      <p:sp>
        <p:nvSpPr>
          <p:cNvPr id="8" name="object 8"/>
          <p:cNvSpPr txBox="1"/>
          <p:nvPr/>
        </p:nvSpPr>
        <p:spPr>
          <a:xfrm>
            <a:off x="6482048" y="2446782"/>
            <a:ext cx="2516505" cy="933428"/>
          </a:xfrm>
          <a:prstGeom prst="rect">
            <a:avLst/>
          </a:prstGeom>
        </p:spPr>
        <p:txBody>
          <a:bodyPr vert="horz" wrap="square" lIns="0" tIns="10001" rIns="0" bIns="0" rtlCol="0">
            <a:spAutoFit/>
          </a:bodyPr>
          <a:lstStyle/>
          <a:p>
            <a:pPr marL="9525" marR="3810">
              <a:spcBef>
                <a:spcPts val="79"/>
              </a:spcBef>
            </a:pPr>
            <a:r>
              <a:rPr sz="1500" spc="-8" dirty="0">
                <a:solidFill>
                  <a:schemeClr val="tx1"/>
                </a:solidFill>
                <a:latin typeface="Yu Gothic Medium"/>
                <a:cs typeface="Yu Gothic Medium"/>
              </a:rPr>
              <a:t>Githubのリポジトリぺージで</a:t>
            </a:r>
            <a:r>
              <a:rPr sz="1500" spc="-38" dirty="0">
                <a:solidFill>
                  <a:schemeClr val="tx1"/>
                </a:solidFill>
                <a:latin typeface="Yu Gothic Medium"/>
                <a:cs typeface="Yu Gothic Medium"/>
              </a:rPr>
              <a:t> </a:t>
            </a:r>
            <a:r>
              <a:rPr sz="1500" dirty="0">
                <a:solidFill>
                  <a:schemeClr val="tx1"/>
                </a:solidFill>
                <a:latin typeface="Yu Gothic Medium"/>
                <a:cs typeface="Yu Gothic Medium"/>
              </a:rPr>
              <a:t>pull</a:t>
            </a:r>
            <a:r>
              <a:rPr sz="1500" spc="-23" dirty="0">
                <a:solidFill>
                  <a:schemeClr val="tx1"/>
                </a:solidFill>
                <a:latin typeface="Yu Gothic Medium"/>
                <a:cs typeface="Yu Gothic Medium"/>
              </a:rPr>
              <a:t> </a:t>
            </a:r>
            <a:r>
              <a:rPr sz="1500" dirty="0">
                <a:solidFill>
                  <a:schemeClr val="tx1"/>
                </a:solidFill>
                <a:latin typeface="Yu Gothic Medium"/>
                <a:cs typeface="Yu Gothic Medium"/>
              </a:rPr>
              <a:t>request</a:t>
            </a:r>
            <a:r>
              <a:rPr sz="1500" spc="-11" dirty="0">
                <a:solidFill>
                  <a:schemeClr val="tx1"/>
                </a:solidFill>
                <a:latin typeface="Yu Gothic Medium"/>
                <a:cs typeface="Yu Gothic Medium"/>
              </a:rPr>
              <a:t>タブに移動して</a:t>
            </a:r>
            <a:r>
              <a:rPr sz="1500" spc="-38" dirty="0">
                <a:solidFill>
                  <a:schemeClr val="tx1"/>
                </a:solidFill>
                <a:latin typeface="Yu Gothic Medium"/>
                <a:cs typeface="Yu Gothic Medium"/>
              </a:rPr>
              <a:t> </a:t>
            </a:r>
            <a:r>
              <a:rPr sz="1500" dirty="0">
                <a:solidFill>
                  <a:schemeClr val="tx1"/>
                </a:solidFill>
                <a:latin typeface="Yu Gothic Medium"/>
                <a:cs typeface="Yu Gothic Medium"/>
              </a:rPr>
              <a:t>New</a:t>
            </a:r>
            <a:r>
              <a:rPr sz="1500" spc="-8" dirty="0">
                <a:solidFill>
                  <a:schemeClr val="tx1"/>
                </a:solidFill>
                <a:latin typeface="Yu Gothic Medium"/>
                <a:cs typeface="Yu Gothic Medium"/>
              </a:rPr>
              <a:t> </a:t>
            </a:r>
            <a:r>
              <a:rPr sz="1500" dirty="0">
                <a:solidFill>
                  <a:schemeClr val="tx1"/>
                </a:solidFill>
                <a:latin typeface="Yu Gothic Medium"/>
                <a:cs typeface="Yu Gothic Medium"/>
              </a:rPr>
              <a:t>pull</a:t>
            </a:r>
            <a:r>
              <a:rPr sz="1500" spc="-19" dirty="0">
                <a:solidFill>
                  <a:schemeClr val="tx1"/>
                </a:solidFill>
                <a:latin typeface="Yu Gothic Medium"/>
                <a:cs typeface="Yu Gothic Medium"/>
              </a:rPr>
              <a:t> </a:t>
            </a:r>
            <a:r>
              <a:rPr sz="1500" dirty="0">
                <a:solidFill>
                  <a:schemeClr val="tx1"/>
                </a:solidFill>
                <a:latin typeface="Yu Gothic Medium"/>
                <a:cs typeface="Yu Gothic Medium"/>
              </a:rPr>
              <a:t>request</a:t>
            </a:r>
            <a:r>
              <a:rPr sz="1500" spc="-11" dirty="0">
                <a:solidFill>
                  <a:schemeClr val="tx1"/>
                </a:solidFill>
                <a:latin typeface="Yu Gothic Medium"/>
                <a:cs typeface="Yu Gothic Medium"/>
              </a:rPr>
              <a:t>をクリック</a:t>
            </a:r>
            <a:r>
              <a:rPr sz="1500" spc="-15" dirty="0">
                <a:solidFill>
                  <a:schemeClr val="tx1"/>
                </a:solidFill>
                <a:latin typeface="Yu Gothic Medium"/>
                <a:cs typeface="Yu Gothic Medium"/>
              </a:rPr>
              <a:t>してください.</a:t>
            </a:r>
            <a:endParaRPr sz="1500">
              <a:solidFill>
                <a:schemeClr val="tx1"/>
              </a:solidFill>
              <a:latin typeface="Yu Gothic Medium"/>
              <a:cs typeface="Yu Gothic Medium"/>
            </a:endParaRPr>
          </a:p>
        </p:txBody>
      </p:sp>
      <p:sp>
        <p:nvSpPr>
          <p:cNvPr id="9" name="object 7">
            <a:extLst>
              <a:ext uri="{FF2B5EF4-FFF2-40B4-BE49-F238E27FC236}">
                <a16:creationId xmlns:a16="http://schemas.microsoft.com/office/drawing/2014/main" id="{449DD5C0-0B23-6756-9F62-86EE5F2CFEA5}"/>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dirty="0">
                <a:solidFill>
                  <a:schemeClr val="tx1"/>
                </a:solidFill>
              </a:rPr>
              <a:t>Pull</a:t>
            </a:r>
            <a:r>
              <a:rPr lang="en" altLang="ja-JP" sz="3600" spc="548" dirty="0">
                <a:solidFill>
                  <a:schemeClr val="tx1"/>
                </a:solidFill>
              </a:rPr>
              <a:t> </a:t>
            </a:r>
            <a:r>
              <a:rPr lang="en" altLang="ja-JP" sz="3600" spc="-60" dirty="0">
                <a:solidFill>
                  <a:schemeClr val="tx1"/>
                </a:solidFill>
              </a:rPr>
              <a:t>request</a:t>
            </a:r>
            <a:r>
              <a:rPr lang="ja-JP" altLang="en-US" sz="3600" spc="116">
                <a:solidFill>
                  <a:schemeClr val="tx1"/>
                </a:solidFill>
              </a:rPr>
              <a:t>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669125" y="2137943"/>
            <a:ext cx="2499359" cy="702596"/>
          </a:xfrm>
          <a:prstGeom prst="rect">
            <a:avLst/>
          </a:prstGeom>
        </p:spPr>
        <p:txBody>
          <a:bodyPr vert="horz" wrap="square" lIns="0" tIns="10001" rIns="0" bIns="0" rtlCol="0">
            <a:spAutoFit/>
          </a:bodyPr>
          <a:lstStyle/>
          <a:p>
            <a:pPr marL="9525" marR="3810">
              <a:spcBef>
                <a:spcPts val="79"/>
              </a:spcBef>
            </a:pPr>
            <a:r>
              <a:rPr sz="1500" spc="-15" dirty="0">
                <a:solidFill>
                  <a:schemeClr val="tx1"/>
                </a:solidFill>
                <a:latin typeface="Meiryo" panose="020B0604030504040204" pitchFamily="34" charset="-128"/>
                <a:ea typeface="Meiryo" panose="020B0604030504040204" pitchFamily="34" charset="-128"/>
                <a:cs typeface="Yu Gothic Medium"/>
              </a:rPr>
              <a:t>これはどのブランチをどこの</a:t>
            </a:r>
            <a:r>
              <a:rPr sz="1500" dirty="0">
                <a:solidFill>
                  <a:schemeClr val="tx1"/>
                </a:solidFill>
                <a:latin typeface="Meiryo" panose="020B0604030504040204" pitchFamily="34" charset="-128"/>
                <a:ea typeface="Meiryo" panose="020B0604030504040204" pitchFamily="34" charset="-128"/>
                <a:cs typeface="Yu Gothic Medium"/>
              </a:rPr>
              <a:t>ブランチに</a:t>
            </a:r>
            <a:r>
              <a:rPr sz="1500" spc="-8" dirty="0">
                <a:solidFill>
                  <a:schemeClr val="tx1"/>
                </a:solidFill>
                <a:latin typeface="Meiryo" panose="020B0604030504040204" pitchFamily="34" charset="-128"/>
                <a:ea typeface="Meiryo" panose="020B0604030504040204" pitchFamily="34" charset="-128"/>
                <a:cs typeface="Yu Gothic Medium"/>
              </a:rPr>
              <a:t>merge</a:t>
            </a:r>
            <a:r>
              <a:rPr sz="1500" spc="-15" dirty="0">
                <a:solidFill>
                  <a:schemeClr val="tx1"/>
                </a:solidFill>
                <a:latin typeface="Meiryo" panose="020B0604030504040204" pitchFamily="34" charset="-128"/>
                <a:ea typeface="Meiryo" panose="020B0604030504040204" pitchFamily="34" charset="-128"/>
                <a:cs typeface="Yu Gothic Medium"/>
              </a:rPr>
              <a:t>(結合)した</a:t>
            </a:r>
            <a:r>
              <a:rPr sz="1500" spc="-8" dirty="0">
                <a:solidFill>
                  <a:schemeClr val="tx1"/>
                </a:solidFill>
                <a:latin typeface="Meiryo" panose="020B0604030504040204" pitchFamily="34" charset="-128"/>
                <a:ea typeface="Meiryo" panose="020B0604030504040204" pitchFamily="34" charset="-128"/>
                <a:cs typeface="Yu Gothic Medium"/>
              </a:rPr>
              <a:t>いのかを選びます.</a:t>
            </a:r>
            <a:endParaRPr sz="1500">
              <a:solidFill>
                <a:schemeClr val="tx1"/>
              </a:solidFill>
              <a:latin typeface="Meiryo" panose="020B0604030504040204" pitchFamily="34" charset="-128"/>
              <a:ea typeface="Meiryo" panose="020B0604030504040204" pitchFamily="34" charset="-128"/>
              <a:cs typeface="Yu Gothic Medium"/>
            </a:endParaRPr>
          </a:p>
        </p:txBody>
      </p:sp>
      <p:pic>
        <p:nvPicPr>
          <p:cNvPr id="4" name="object 4"/>
          <p:cNvPicPr/>
          <p:nvPr/>
        </p:nvPicPr>
        <p:blipFill>
          <a:blip r:embed="rId2" cstate="print"/>
          <a:stretch>
            <a:fillRect/>
          </a:stretch>
        </p:blipFill>
        <p:spPr>
          <a:xfrm>
            <a:off x="413146" y="2086070"/>
            <a:ext cx="2274761" cy="1034510"/>
          </a:xfrm>
          <a:prstGeom prst="rect">
            <a:avLst/>
          </a:prstGeom>
        </p:spPr>
      </p:pic>
      <p:pic>
        <p:nvPicPr>
          <p:cNvPr id="5" name="object 5"/>
          <p:cNvPicPr/>
          <p:nvPr/>
        </p:nvPicPr>
        <p:blipFill>
          <a:blip r:embed="rId3" cstate="print"/>
          <a:stretch>
            <a:fillRect/>
          </a:stretch>
        </p:blipFill>
        <p:spPr>
          <a:xfrm>
            <a:off x="191662" y="3607679"/>
            <a:ext cx="3417856" cy="1748981"/>
          </a:xfrm>
          <a:prstGeom prst="rect">
            <a:avLst/>
          </a:prstGeom>
        </p:spPr>
      </p:pic>
      <p:sp>
        <p:nvSpPr>
          <p:cNvPr id="6" name="object 6"/>
          <p:cNvSpPr txBox="1"/>
          <p:nvPr/>
        </p:nvSpPr>
        <p:spPr>
          <a:xfrm>
            <a:off x="4436554" y="3774757"/>
            <a:ext cx="2601278" cy="702115"/>
          </a:xfrm>
          <a:prstGeom prst="rect">
            <a:avLst/>
          </a:prstGeom>
        </p:spPr>
        <p:txBody>
          <a:bodyPr vert="horz" wrap="square" lIns="0" tIns="9525" rIns="0" bIns="0" rtlCol="0">
            <a:spAutoFit/>
          </a:bodyPr>
          <a:lstStyle/>
          <a:p>
            <a:pPr marL="9525">
              <a:spcBef>
                <a:spcPts val="75"/>
              </a:spcBef>
            </a:pPr>
            <a:r>
              <a:rPr sz="1500" spc="-8" dirty="0">
                <a:solidFill>
                  <a:schemeClr val="tx1"/>
                </a:solidFill>
                <a:latin typeface="Meiryo" panose="020B0604030504040204" pitchFamily="34" charset="-128"/>
                <a:ea typeface="Meiryo" panose="020B0604030504040204" pitchFamily="34" charset="-128"/>
                <a:cs typeface="Yu Gothic Medium"/>
              </a:rPr>
              <a:t>左側が結合させる先, 右側が結</a:t>
            </a:r>
            <a:endParaRPr sz="1500">
              <a:solidFill>
                <a:schemeClr val="tx1"/>
              </a:solidFill>
              <a:latin typeface="Meiryo" panose="020B0604030504040204" pitchFamily="34" charset="-128"/>
              <a:ea typeface="Meiryo" panose="020B0604030504040204" pitchFamily="34" charset="-128"/>
              <a:cs typeface="Yu Gothic Medium"/>
            </a:endParaRPr>
          </a:p>
          <a:p>
            <a:pPr marL="9525"/>
            <a:r>
              <a:rPr sz="1500" spc="-15" dirty="0">
                <a:solidFill>
                  <a:schemeClr val="tx1"/>
                </a:solidFill>
                <a:latin typeface="Meiryo" panose="020B0604030504040204" pitchFamily="34" charset="-128"/>
                <a:ea typeface="Meiryo" panose="020B0604030504040204" pitchFamily="34" charset="-128"/>
                <a:cs typeface="Yu Gothic Medium"/>
              </a:rPr>
              <a:t>合させるブランチ</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7" name="object 7">
            <a:extLst>
              <a:ext uri="{FF2B5EF4-FFF2-40B4-BE49-F238E27FC236}">
                <a16:creationId xmlns:a16="http://schemas.microsoft.com/office/drawing/2014/main" id="{4CC294AE-206A-92EF-B590-4D29DB4F7B5E}"/>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dirty="0">
                <a:solidFill>
                  <a:schemeClr val="tx1"/>
                </a:solidFill>
                <a:latin typeface="Meiryo" panose="020B0604030504040204" pitchFamily="34" charset="-128"/>
              </a:rPr>
              <a:t>Pull</a:t>
            </a:r>
            <a:r>
              <a:rPr lang="en" altLang="ja-JP" sz="3600" spc="548" dirty="0">
                <a:solidFill>
                  <a:schemeClr val="tx1"/>
                </a:solidFill>
                <a:latin typeface="Meiryo" panose="020B0604030504040204" pitchFamily="34" charset="-128"/>
              </a:rPr>
              <a:t> </a:t>
            </a:r>
            <a:r>
              <a:rPr lang="en" altLang="ja-JP" sz="3600" spc="-60" dirty="0">
                <a:solidFill>
                  <a:schemeClr val="tx1"/>
                </a:solidFill>
                <a:latin typeface="Meiryo" panose="020B0604030504040204" pitchFamily="34" charset="-128"/>
              </a:rPr>
              <a:t>request</a:t>
            </a:r>
            <a:r>
              <a:rPr lang="ja-JP" altLang="en-US" sz="3600" spc="116">
                <a:solidFill>
                  <a:schemeClr val="tx1"/>
                </a:solidFill>
                <a:latin typeface="Meiryo" panose="020B0604030504040204" pitchFamily="34" charset="-128"/>
              </a:rPr>
              <a:t>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95938" y="2354675"/>
            <a:ext cx="5905500" cy="2576513"/>
            <a:chOff x="261251" y="1996567"/>
            <a:chExt cx="7874000" cy="3435350"/>
          </a:xfrm>
        </p:grpSpPr>
        <p:pic>
          <p:nvPicPr>
            <p:cNvPr id="4" name="object 4"/>
            <p:cNvPicPr/>
            <p:nvPr/>
          </p:nvPicPr>
          <p:blipFill>
            <a:blip r:embed="rId2" cstate="print"/>
            <a:stretch>
              <a:fillRect/>
            </a:stretch>
          </p:blipFill>
          <p:spPr>
            <a:xfrm>
              <a:off x="261251" y="1996567"/>
              <a:ext cx="7646797" cy="3435350"/>
            </a:xfrm>
            <a:prstGeom prst="rect">
              <a:avLst/>
            </a:prstGeom>
          </p:spPr>
        </p:pic>
        <p:sp>
          <p:nvSpPr>
            <p:cNvPr id="5" name="object 5"/>
            <p:cNvSpPr/>
            <p:nvPr/>
          </p:nvSpPr>
          <p:spPr>
            <a:xfrm>
              <a:off x="6282689" y="2449830"/>
              <a:ext cx="830580" cy="232410"/>
            </a:xfrm>
            <a:custGeom>
              <a:avLst/>
              <a:gdLst/>
              <a:ahLst/>
              <a:cxnLst/>
              <a:rect l="l" t="t" r="r" b="b"/>
              <a:pathLst>
                <a:path w="830579" h="232410">
                  <a:moveTo>
                    <a:pt x="0" y="232410"/>
                  </a:moveTo>
                  <a:lnTo>
                    <a:pt x="830580" y="232410"/>
                  </a:lnTo>
                  <a:lnTo>
                    <a:pt x="830580" y="0"/>
                  </a:lnTo>
                  <a:lnTo>
                    <a:pt x="0" y="0"/>
                  </a:lnTo>
                  <a:lnTo>
                    <a:pt x="0" y="232410"/>
                  </a:lnTo>
                  <a:close/>
                </a:path>
              </a:pathLst>
            </a:custGeom>
            <a:ln w="12700">
              <a:solidFill>
                <a:srgbClr val="FF0000"/>
              </a:solidFill>
            </a:ln>
          </p:spPr>
          <p:txBody>
            <a:bodyPr wrap="square" lIns="0" tIns="0" rIns="0" bIns="0" rtlCol="0"/>
            <a:lstStyle/>
            <a:p>
              <a:endParaRPr>
                <a:solidFill>
                  <a:schemeClr val="tx1"/>
                </a:solidFill>
                <a:latin typeface="Meiryo" panose="020B0604030504040204" pitchFamily="34" charset="-128"/>
                <a:ea typeface="Meiryo" panose="020B0604030504040204" pitchFamily="34" charset="-128"/>
              </a:endParaRPr>
            </a:p>
          </p:txBody>
        </p:sp>
        <p:sp>
          <p:nvSpPr>
            <p:cNvPr id="6" name="object 6"/>
            <p:cNvSpPr/>
            <p:nvPr/>
          </p:nvSpPr>
          <p:spPr>
            <a:xfrm>
              <a:off x="7113269" y="2566035"/>
              <a:ext cx="1022350" cy="1123315"/>
            </a:xfrm>
            <a:custGeom>
              <a:avLst/>
              <a:gdLst/>
              <a:ahLst/>
              <a:cxnLst/>
              <a:rect l="l" t="t" r="r" b="b"/>
              <a:pathLst>
                <a:path w="1022350" h="1123314">
                  <a:moveTo>
                    <a:pt x="53654" y="54252"/>
                  </a:moveTo>
                  <a:lnTo>
                    <a:pt x="48934" y="58547"/>
                  </a:lnTo>
                  <a:lnTo>
                    <a:pt x="1017270" y="1123188"/>
                  </a:lnTo>
                  <a:lnTo>
                    <a:pt x="1021969" y="1118870"/>
                  </a:lnTo>
                  <a:lnTo>
                    <a:pt x="53654" y="54252"/>
                  </a:lnTo>
                  <a:close/>
                </a:path>
                <a:path w="1022350" h="1123314">
                  <a:moveTo>
                    <a:pt x="0" y="0"/>
                  </a:moveTo>
                  <a:lnTo>
                    <a:pt x="23113" y="82041"/>
                  </a:lnTo>
                  <a:lnTo>
                    <a:pt x="48934" y="58547"/>
                  </a:lnTo>
                  <a:lnTo>
                    <a:pt x="40385" y="49149"/>
                  </a:lnTo>
                  <a:lnTo>
                    <a:pt x="45084" y="44830"/>
                  </a:lnTo>
                  <a:lnTo>
                    <a:pt x="64009" y="44830"/>
                  </a:lnTo>
                  <a:lnTo>
                    <a:pt x="79501" y="30734"/>
                  </a:lnTo>
                  <a:lnTo>
                    <a:pt x="0" y="0"/>
                  </a:lnTo>
                  <a:close/>
                </a:path>
                <a:path w="1022350" h="1123314">
                  <a:moveTo>
                    <a:pt x="45084" y="44830"/>
                  </a:moveTo>
                  <a:lnTo>
                    <a:pt x="40385" y="49149"/>
                  </a:lnTo>
                  <a:lnTo>
                    <a:pt x="48934" y="58547"/>
                  </a:lnTo>
                  <a:lnTo>
                    <a:pt x="53654" y="54252"/>
                  </a:lnTo>
                  <a:lnTo>
                    <a:pt x="45084" y="44830"/>
                  </a:lnTo>
                  <a:close/>
                </a:path>
                <a:path w="1022350" h="1123314">
                  <a:moveTo>
                    <a:pt x="64009" y="44830"/>
                  </a:moveTo>
                  <a:lnTo>
                    <a:pt x="45084" y="44830"/>
                  </a:lnTo>
                  <a:lnTo>
                    <a:pt x="53654" y="54252"/>
                  </a:lnTo>
                  <a:lnTo>
                    <a:pt x="64009" y="44830"/>
                  </a:lnTo>
                  <a:close/>
                </a:path>
              </a:pathLst>
            </a:custGeom>
            <a:solidFill>
              <a:srgbClr val="20B782"/>
            </a:solidFill>
          </p:spPr>
          <p:txBody>
            <a:bodyPr wrap="square" lIns="0" tIns="0" rIns="0" bIns="0" rtlCol="0"/>
            <a:lstStyle/>
            <a:p>
              <a:endParaRPr>
                <a:solidFill>
                  <a:schemeClr val="tx1"/>
                </a:solidFill>
                <a:latin typeface="Meiryo" panose="020B0604030504040204" pitchFamily="34" charset="-128"/>
                <a:ea typeface="Meiryo" panose="020B0604030504040204" pitchFamily="34" charset="-128"/>
              </a:endParaRPr>
            </a:p>
          </p:txBody>
        </p:sp>
      </p:grpSp>
      <p:sp>
        <p:nvSpPr>
          <p:cNvPr id="7" name="object 7"/>
          <p:cNvSpPr txBox="1"/>
          <p:nvPr/>
        </p:nvSpPr>
        <p:spPr>
          <a:xfrm>
            <a:off x="6159436" y="2427351"/>
            <a:ext cx="2604134" cy="1292501"/>
          </a:xfrm>
          <a:prstGeom prst="rect">
            <a:avLst/>
          </a:prstGeom>
        </p:spPr>
        <p:txBody>
          <a:bodyPr vert="horz" wrap="square" lIns="0" tIns="10001" rIns="0" bIns="0" rtlCol="0">
            <a:spAutoFit/>
          </a:bodyPr>
          <a:lstStyle/>
          <a:p>
            <a:pPr marL="9525" marR="3810">
              <a:spcBef>
                <a:spcPts val="79"/>
              </a:spcBef>
            </a:pPr>
            <a:r>
              <a:rPr sz="1500" spc="-15" dirty="0">
                <a:solidFill>
                  <a:schemeClr val="tx1"/>
                </a:solidFill>
                <a:latin typeface="Meiryo" panose="020B0604030504040204" pitchFamily="34" charset="-128"/>
                <a:ea typeface="Meiryo" panose="020B0604030504040204" pitchFamily="34" charset="-128"/>
                <a:cs typeface="Yu Gothic Medium"/>
              </a:rPr>
              <a:t>選択すると, 今までのコミット</a:t>
            </a:r>
            <a:r>
              <a:rPr sz="1500" spc="-8" dirty="0">
                <a:solidFill>
                  <a:schemeClr val="tx1"/>
                </a:solidFill>
                <a:latin typeface="Meiryo" panose="020B0604030504040204" pitchFamily="34" charset="-128"/>
                <a:ea typeface="Meiryo" panose="020B0604030504040204" pitchFamily="34" charset="-128"/>
                <a:cs typeface="Yu Gothic Medium"/>
              </a:rPr>
              <a:t>履歴と差分が表示されます.</a:t>
            </a:r>
            <a:endParaRPr sz="1500">
              <a:solidFill>
                <a:schemeClr val="tx1"/>
              </a:solidFill>
              <a:latin typeface="Meiryo" panose="020B0604030504040204" pitchFamily="34" charset="-128"/>
              <a:ea typeface="Meiryo" panose="020B0604030504040204" pitchFamily="34" charset="-128"/>
              <a:cs typeface="Yu Gothic Medium"/>
            </a:endParaRPr>
          </a:p>
          <a:p>
            <a:pPr>
              <a:spcBef>
                <a:spcPts val="979"/>
              </a:spcBef>
            </a:pPr>
            <a:endParaRPr sz="1500">
              <a:solidFill>
                <a:schemeClr val="tx1"/>
              </a:solidFill>
              <a:latin typeface="Meiryo" panose="020B0604030504040204" pitchFamily="34" charset="-128"/>
              <a:ea typeface="Meiryo" panose="020B0604030504040204" pitchFamily="34" charset="-128"/>
              <a:cs typeface="Yu Gothic Medium"/>
            </a:endParaRPr>
          </a:p>
          <a:p>
            <a:pPr marL="9525"/>
            <a:r>
              <a:rPr sz="1500" spc="-8" dirty="0">
                <a:solidFill>
                  <a:schemeClr val="tx1"/>
                </a:solidFill>
                <a:latin typeface="Meiryo" panose="020B0604030504040204" pitchFamily="34" charset="-128"/>
                <a:ea typeface="Meiryo" panose="020B0604030504040204" pitchFamily="34" charset="-128"/>
                <a:cs typeface="Yu Gothic Medium"/>
              </a:rPr>
              <a:t>問題無ければ, </a:t>
            </a:r>
            <a:r>
              <a:rPr sz="1500" dirty="0">
                <a:solidFill>
                  <a:schemeClr val="tx1"/>
                </a:solidFill>
                <a:latin typeface="Meiryo" panose="020B0604030504040204" pitchFamily="34" charset="-128"/>
                <a:ea typeface="Meiryo" panose="020B0604030504040204" pitchFamily="34" charset="-128"/>
                <a:cs typeface="Yu Gothic Medium"/>
              </a:rPr>
              <a:t>create</a:t>
            </a:r>
            <a:r>
              <a:rPr sz="1500" spc="-26" dirty="0">
                <a:solidFill>
                  <a:schemeClr val="tx1"/>
                </a:solidFill>
                <a:latin typeface="Meiryo" panose="020B0604030504040204" pitchFamily="34" charset="-128"/>
                <a:ea typeface="Meiryo" panose="020B0604030504040204" pitchFamily="34" charset="-128"/>
                <a:cs typeface="Yu Gothic Medium"/>
              </a:rPr>
              <a:t> </a:t>
            </a:r>
            <a:r>
              <a:rPr sz="1500" spc="-15" dirty="0">
                <a:solidFill>
                  <a:schemeClr val="tx1"/>
                </a:solidFill>
                <a:latin typeface="Meiryo" panose="020B0604030504040204" pitchFamily="34" charset="-128"/>
                <a:ea typeface="Meiryo" panose="020B0604030504040204" pitchFamily="34" charset="-128"/>
                <a:cs typeface="Yu Gothic Medium"/>
              </a:rPr>
              <a:t>pull</a:t>
            </a:r>
            <a:endParaRPr sz="1500">
              <a:solidFill>
                <a:schemeClr val="tx1"/>
              </a:solidFill>
              <a:latin typeface="Meiryo" panose="020B0604030504040204" pitchFamily="34" charset="-128"/>
              <a:ea typeface="Meiryo" panose="020B0604030504040204" pitchFamily="34" charset="-128"/>
              <a:cs typeface="Yu Gothic Medium"/>
            </a:endParaRPr>
          </a:p>
          <a:p>
            <a:pPr marL="9525"/>
            <a:r>
              <a:rPr sz="1500" spc="-8" dirty="0">
                <a:solidFill>
                  <a:schemeClr val="tx1"/>
                </a:solidFill>
                <a:latin typeface="Meiryo" panose="020B0604030504040204" pitchFamily="34" charset="-128"/>
                <a:ea typeface="Meiryo" panose="020B0604030504040204" pitchFamily="34" charset="-128"/>
                <a:cs typeface="Yu Gothic Medium"/>
              </a:rPr>
              <a:t>request</a:t>
            </a:r>
            <a:r>
              <a:rPr sz="1500" spc="-11" dirty="0">
                <a:solidFill>
                  <a:schemeClr val="tx1"/>
                </a:solidFill>
                <a:latin typeface="Meiryo" panose="020B0604030504040204" pitchFamily="34" charset="-128"/>
                <a:ea typeface="Meiryo" panose="020B0604030504040204" pitchFamily="34" charset="-128"/>
                <a:cs typeface="Yu Gothic Medium"/>
              </a:rPr>
              <a:t>をクリックします.</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8" name="object 7">
            <a:extLst>
              <a:ext uri="{FF2B5EF4-FFF2-40B4-BE49-F238E27FC236}">
                <a16:creationId xmlns:a16="http://schemas.microsoft.com/office/drawing/2014/main" id="{A77FE6FE-605F-9F79-A687-360E5ECBA956}"/>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b="0" dirty="0">
                <a:solidFill>
                  <a:schemeClr val="tx1"/>
                </a:solidFill>
                <a:latin typeface="Meiryo" panose="020B0604030504040204" pitchFamily="34" charset="-128"/>
              </a:rPr>
              <a:t>Pull</a:t>
            </a:r>
            <a:r>
              <a:rPr lang="en" altLang="ja-JP" sz="3600" b="0" spc="548" dirty="0">
                <a:solidFill>
                  <a:schemeClr val="tx1"/>
                </a:solidFill>
                <a:latin typeface="Meiryo" panose="020B0604030504040204" pitchFamily="34" charset="-128"/>
              </a:rPr>
              <a:t> </a:t>
            </a:r>
            <a:r>
              <a:rPr lang="en" altLang="ja-JP" sz="3600" b="0" spc="-60" dirty="0">
                <a:solidFill>
                  <a:schemeClr val="tx1"/>
                </a:solidFill>
                <a:latin typeface="Meiryo" panose="020B0604030504040204" pitchFamily="34" charset="-128"/>
              </a:rPr>
              <a:t>request</a:t>
            </a:r>
            <a:r>
              <a:rPr lang="ja-JP" altLang="en-US" sz="3600" b="0" spc="116">
                <a:solidFill>
                  <a:schemeClr val="tx1"/>
                </a:solidFill>
                <a:latin typeface="Meiryo" panose="020B0604030504040204" pitchFamily="34" charset="-128"/>
              </a:rPr>
              <a:t>を作成してみよう</a:t>
            </a:r>
            <a:endParaRPr lang="en" altLang="ja-JP" sz="3600" b="0" dirty="0">
              <a:solidFill>
                <a:srgbClr val="1B2731"/>
              </a:solidFill>
              <a:latin typeface="Meiryo" panose="020B0604030504040204" pitchFamily="34" charset="-128"/>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6770" y="2943034"/>
            <a:ext cx="6987064" cy="2905601"/>
            <a:chOff x="182359" y="2781045"/>
            <a:chExt cx="9316085" cy="3874135"/>
          </a:xfrm>
        </p:grpSpPr>
        <p:pic>
          <p:nvPicPr>
            <p:cNvPr id="4" name="object 4"/>
            <p:cNvPicPr/>
            <p:nvPr/>
          </p:nvPicPr>
          <p:blipFill>
            <a:blip r:embed="rId2" cstate="print"/>
            <a:stretch>
              <a:fillRect/>
            </a:stretch>
          </p:blipFill>
          <p:spPr>
            <a:xfrm>
              <a:off x="182359" y="2781045"/>
              <a:ext cx="9120124" cy="3873754"/>
            </a:xfrm>
            <a:prstGeom prst="rect">
              <a:avLst/>
            </a:prstGeom>
          </p:spPr>
        </p:pic>
        <p:sp>
          <p:nvSpPr>
            <p:cNvPr id="5" name="object 5"/>
            <p:cNvSpPr/>
            <p:nvPr/>
          </p:nvSpPr>
          <p:spPr>
            <a:xfrm>
              <a:off x="690880" y="2975609"/>
              <a:ext cx="8525510" cy="3333115"/>
            </a:xfrm>
            <a:custGeom>
              <a:avLst/>
              <a:gdLst/>
              <a:ahLst/>
              <a:cxnLst/>
              <a:rect l="l" t="t" r="r" b="b"/>
              <a:pathLst>
                <a:path w="8525510" h="3333115">
                  <a:moveTo>
                    <a:pt x="0" y="505205"/>
                  </a:moveTo>
                  <a:lnTo>
                    <a:pt x="6146800" y="505205"/>
                  </a:lnTo>
                  <a:lnTo>
                    <a:pt x="6146800" y="92709"/>
                  </a:lnTo>
                  <a:lnTo>
                    <a:pt x="0" y="92709"/>
                  </a:lnTo>
                  <a:lnTo>
                    <a:pt x="0" y="505205"/>
                  </a:lnTo>
                  <a:close/>
                </a:path>
                <a:path w="8525510" h="3333115">
                  <a:moveTo>
                    <a:pt x="0" y="3333115"/>
                  </a:moveTo>
                  <a:lnTo>
                    <a:pt x="6146800" y="3333115"/>
                  </a:lnTo>
                  <a:lnTo>
                    <a:pt x="6146800" y="730503"/>
                  </a:lnTo>
                  <a:lnTo>
                    <a:pt x="0" y="730503"/>
                  </a:lnTo>
                  <a:lnTo>
                    <a:pt x="0" y="3333115"/>
                  </a:lnTo>
                  <a:close/>
                </a:path>
                <a:path w="8525510" h="3333115">
                  <a:moveTo>
                    <a:pt x="8316468" y="201929"/>
                  </a:moveTo>
                  <a:lnTo>
                    <a:pt x="8525459" y="201929"/>
                  </a:lnTo>
                  <a:lnTo>
                    <a:pt x="8525459" y="0"/>
                  </a:lnTo>
                  <a:lnTo>
                    <a:pt x="8316468" y="0"/>
                  </a:lnTo>
                  <a:lnTo>
                    <a:pt x="8316468" y="201929"/>
                  </a:lnTo>
                  <a:close/>
                </a:path>
              </a:pathLst>
            </a:custGeom>
            <a:ln w="12700">
              <a:solidFill>
                <a:srgbClr val="FF0000"/>
              </a:solidFill>
            </a:ln>
          </p:spPr>
          <p:txBody>
            <a:bodyPr wrap="square" lIns="0" tIns="0" rIns="0" bIns="0" rtlCol="0"/>
            <a:lstStyle/>
            <a:p>
              <a:endParaRPr>
                <a:solidFill>
                  <a:schemeClr val="tx1"/>
                </a:solidFill>
                <a:latin typeface="Meiryo" panose="020B0604030504040204" pitchFamily="34" charset="-128"/>
                <a:ea typeface="Meiryo" panose="020B0604030504040204" pitchFamily="34" charset="-128"/>
              </a:endParaRPr>
            </a:p>
          </p:txBody>
        </p:sp>
        <p:sp>
          <p:nvSpPr>
            <p:cNvPr id="6" name="object 6"/>
            <p:cNvSpPr/>
            <p:nvPr/>
          </p:nvSpPr>
          <p:spPr>
            <a:xfrm>
              <a:off x="6837680" y="5878423"/>
              <a:ext cx="2660650" cy="565150"/>
            </a:xfrm>
            <a:custGeom>
              <a:avLst/>
              <a:gdLst/>
              <a:ahLst/>
              <a:cxnLst/>
              <a:rect l="l" t="t" r="r" b="b"/>
              <a:pathLst>
                <a:path w="2660650" h="565150">
                  <a:moveTo>
                    <a:pt x="67055" y="490207"/>
                  </a:moveTo>
                  <a:lnTo>
                    <a:pt x="0" y="542696"/>
                  </a:lnTo>
                  <a:lnTo>
                    <a:pt x="82296" y="564883"/>
                  </a:lnTo>
                  <a:lnTo>
                    <a:pt x="75826" y="533184"/>
                  </a:lnTo>
                  <a:lnTo>
                    <a:pt x="62865" y="533184"/>
                  </a:lnTo>
                  <a:lnTo>
                    <a:pt x="61595" y="526961"/>
                  </a:lnTo>
                  <a:lnTo>
                    <a:pt x="74041" y="524435"/>
                  </a:lnTo>
                  <a:lnTo>
                    <a:pt x="67055" y="490207"/>
                  </a:lnTo>
                  <a:close/>
                </a:path>
                <a:path w="2660650" h="565150">
                  <a:moveTo>
                    <a:pt x="74041" y="524435"/>
                  </a:moveTo>
                  <a:lnTo>
                    <a:pt x="61595" y="526961"/>
                  </a:lnTo>
                  <a:lnTo>
                    <a:pt x="62865" y="533184"/>
                  </a:lnTo>
                  <a:lnTo>
                    <a:pt x="75311" y="530658"/>
                  </a:lnTo>
                  <a:lnTo>
                    <a:pt x="74041" y="524435"/>
                  </a:lnTo>
                  <a:close/>
                </a:path>
                <a:path w="2660650" h="565150">
                  <a:moveTo>
                    <a:pt x="75311" y="530658"/>
                  </a:moveTo>
                  <a:lnTo>
                    <a:pt x="62865" y="533184"/>
                  </a:lnTo>
                  <a:lnTo>
                    <a:pt x="75826" y="533184"/>
                  </a:lnTo>
                  <a:lnTo>
                    <a:pt x="75311" y="530658"/>
                  </a:lnTo>
                  <a:close/>
                </a:path>
                <a:path w="2660650" h="565150">
                  <a:moveTo>
                    <a:pt x="2658999" y="0"/>
                  </a:moveTo>
                  <a:lnTo>
                    <a:pt x="74041" y="524435"/>
                  </a:lnTo>
                  <a:lnTo>
                    <a:pt x="75311" y="530658"/>
                  </a:lnTo>
                  <a:lnTo>
                    <a:pt x="2660269" y="6223"/>
                  </a:lnTo>
                  <a:lnTo>
                    <a:pt x="2658999" y="0"/>
                  </a:lnTo>
                  <a:close/>
                </a:path>
              </a:pathLst>
            </a:custGeom>
            <a:solidFill>
              <a:srgbClr val="20B782"/>
            </a:solidFill>
          </p:spPr>
          <p:txBody>
            <a:bodyPr wrap="square" lIns="0" tIns="0" rIns="0" bIns="0" rtlCol="0"/>
            <a:lstStyle/>
            <a:p>
              <a:endParaRPr>
                <a:solidFill>
                  <a:schemeClr val="tx1"/>
                </a:solidFill>
                <a:latin typeface="Meiryo" panose="020B0604030504040204" pitchFamily="34" charset="-128"/>
                <a:ea typeface="Meiryo" panose="020B0604030504040204" pitchFamily="34" charset="-128"/>
              </a:endParaRPr>
            </a:p>
          </p:txBody>
        </p:sp>
      </p:grpSp>
      <p:sp>
        <p:nvSpPr>
          <p:cNvPr id="7" name="object 7"/>
          <p:cNvSpPr txBox="1"/>
          <p:nvPr/>
        </p:nvSpPr>
        <p:spPr>
          <a:xfrm>
            <a:off x="472365" y="2104834"/>
            <a:ext cx="2423236" cy="471764"/>
          </a:xfrm>
          <a:prstGeom prst="rect">
            <a:avLst/>
          </a:prstGeom>
        </p:spPr>
        <p:txBody>
          <a:bodyPr vert="horz" wrap="square" lIns="0" tIns="10001" rIns="0" bIns="0" rtlCol="0">
            <a:spAutoFit/>
          </a:bodyPr>
          <a:lstStyle/>
          <a:p>
            <a:pPr marL="9525">
              <a:spcBef>
                <a:spcPts val="79"/>
              </a:spcBef>
            </a:pPr>
            <a:r>
              <a:rPr sz="1500" dirty="0">
                <a:solidFill>
                  <a:schemeClr val="tx1"/>
                </a:solidFill>
                <a:latin typeface="Meiryo" panose="020B0604030504040204" pitchFamily="34" charset="-128"/>
                <a:ea typeface="Meiryo" panose="020B0604030504040204" pitchFamily="34" charset="-128"/>
                <a:cs typeface="Yu Gothic Medium"/>
              </a:rPr>
              <a:t>Pull</a:t>
            </a:r>
            <a:r>
              <a:rPr sz="1500" spc="-4" dirty="0">
                <a:solidFill>
                  <a:schemeClr val="tx1"/>
                </a:solidFill>
                <a:latin typeface="Meiryo" panose="020B0604030504040204" pitchFamily="34" charset="-128"/>
                <a:ea typeface="Meiryo" panose="020B0604030504040204" pitchFamily="34" charset="-128"/>
                <a:cs typeface="Yu Gothic Medium"/>
              </a:rPr>
              <a:t> </a:t>
            </a:r>
            <a:r>
              <a:rPr sz="1500" dirty="0">
                <a:solidFill>
                  <a:schemeClr val="tx1"/>
                </a:solidFill>
                <a:latin typeface="Meiryo" panose="020B0604030504040204" pitchFamily="34" charset="-128"/>
                <a:ea typeface="Meiryo" panose="020B0604030504040204" pitchFamily="34" charset="-128"/>
                <a:cs typeface="Yu Gothic Medium"/>
              </a:rPr>
              <a:t>request</a:t>
            </a:r>
            <a:r>
              <a:rPr sz="1500" spc="-11" dirty="0">
                <a:solidFill>
                  <a:schemeClr val="tx1"/>
                </a:solidFill>
                <a:latin typeface="Meiryo" panose="020B0604030504040204" pitchFamily="34" charset="-128"/>
                <a:ea typeface="Meiryo" panose="020B0604030504040204" pitchFamily="34" charset="-128"/>
                <a:cs typeface="Yu Gothic Medium"/>
              </a:rPr>
              <a:t>のタイトルを入力</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8" name="object 8"/>
          <p:cNvSpPr txBox="1"/>
          <p:nvPr/>
        </p:nvSpPr>
        <p:spPr>
          <a:xfrm>
            <a:off x="472364" y="2333206"/>
            <a:ext cx="2500789" cy="471764"/>
          </a:xfrm>
          <a:prstGeom prst="rect">
            <a:avLst/>
          </a:prstGeom>
        </p:spPr>
        <p:txBody>
          <a:bodyPr vert="horz" wrap="square" lIns="0" tIns="10001" rIns="0" bIns="0" rtlCol="0">
            <a:spAutoFit/>
          </a:bodyPr>
          <a:lstStyle/>
          <a:p>
            <a:pPr marL="9525">
              <a:spcBef>
                <a:spcPts val="79"/>
              </a:spcBef>
            </a:pPr>
            <a:r>
              <a:rPr sz="1500" spc="-8" dirty="0">
                <a:solidFill>
                  <a:schemeClr val="tx1"/>
                </a:solidFill>
                <a:latin typeface="Meiryo" panose="020B0604030504040204" pitchFamily="34" charset="-128"/>
                <a:ea typeface="Meiryo" panose="020B0604030504040204" pitchFamily="34" charset="-128"/>
                <a:cs typeface="Yu Gothic Medium"/>
              </a:rPr>
              <a:t>して, 簡単な</a:t>
            </a:r>
            <a:r>
              <a:rPr sz="1500" dirty="0">
                <a:solidFill>
                  <a:schemeClr val="tx1"/>
                </a:solidFill>
                <a:latin typeface="Meiryo" panose="020B0604030504040204" pitchFamily="34" charset="-128"/>
                <a:ea typeface="Meiryo" panose="020B0604030504040204" pitchFamily="34" charset="-128"/>
                <a:cs typeface="Yu Gothic Medium"/>
              </a:rPr>
              <a:t>pull</a:t>
            </a:r>
            <a:r>
              <a:rPr sz="1500" spc="8" dirty="0">
                <a:solidFill>
                  <a:schemeClr val="tx1"/>
                </a:solidFill>
                <a:latin typeface="Meiryo" panose="020B0604030504040204" pitchFamily="34" charset="-128"/>
                <a:ea typeface="Meiryo" panose="020B0604030504040204" pitchFamily="34" charset="-128"/>
                <a:cs typeface="Yu Gothic Medium"/>
              </a:rPr>
              <a:t> </a:t>
            </a:r>
            <a:r>
              <a:rPr sz="1500" spc="-8" dirty="0" err="1">
                <a:solidFill>
                  <a:schemeClr val="tx1"/>
                </a:solidFill>
                <a:latin typeface="Meiryo" panose="020B0604030504040204" pitchFamily="34" charset="-128"/>
                <a:ea typeface="Meiryo" panose="020B0604030504040204" pitchFamily="34" charset="-128"/>
                <a:cs typeface="Yu Gothic Medium"/>
              </a:rPr>
              <a:t>request</a:t>
            </a:r>
            <a:r>
              <a:rPr sz="1500" spc="-23" dirty="0" err="1">
                <a:solidFill>
                  <a:schemeClr val="tx1"/>
                </a:solidFill>
                <a:latin typeface="Meiryo" panose="020B0604030504040204" pitchFamily="34" charset="-128"/>
                <a:ea typeface="Meiryo" panose="020B0604030504040204" pitchFamily="34" charset="-128"/>
                <a:cs typeface="Yu Gothic Medium"/>
              </a:rPr>
              <a:t>に関</a:t>
            </a:r>
            <a:r>
              <a:rPr sz="1500" spc="-8" dirty="0" err="1">
                <a:solidFill>
                  <a:schemeClr val="tx1"/>
                </a:solidFill>
                <a:latin typeface="Meiryo" panose="020B0604030504040204" pitchFamily="34" charset="-128"/>
                <a:ea typeface="Meiryo" panose="020B0604030504040204" pitchFamily="34" charset="-128"/>
                <a:cs typeface="Yu Gothic Medium"/>
              </a:rPr>
              <a:t>するコメントを書きます</a:t>
            </a:r>
            <a:r>
              <a:rPr sz="1500" spc="-8" dirty="0">
                <a:solidFill>
                  <a:schemeClr val="tx1"/>
                </a:solidFill>
                <a:latin typeface="Meiryo" panose="020B0604030504040204" pitchFamily="34" charset="-128"/>
                <a:ea typeface="Meiryo" panose="020B0604030504040204" pitchFamily="34" charset="-128"/>
                <a:cs typeface="Yu Gothic Medium"/>
              </a:rPr>
              <a:t>.</a:t>
            </a:r>
            <a:endParaRPr sz="1500" dirty="0">
              <a:solidFill>
                <a:schemeClr val="tx1"/>
              </a:solidFill>
              <a:latin typeface="Meiryo" panose="020B0604030504040204" pitchFamily="34" charset="-128"/>
              <a:ea typeface="Meiryo" panose="020B0604030504040204" pitchFamily="34" charset="-128"/>
              <a:cs typeface="Yu Gothic Medium"/>
            </a:endParaRPr>
          </a:p>
        </p:txBody>
      </p:sp>
      <p:sp>
        <p:nvSpPr>
          <p:cNvPr id="9" name="object 9"/>
          <p:cNvSpPr txBox="1"/>
          <p:nvPr/>
        </p:nvSpPr>
        <p:spPr>
          <a:xfrm>
            <a:off x="3616262" y="2277141"/>
            <a:ext cx="2971324" cy="471764"/>
          </a:xfrm>
          <a:prstGeom prst="rect">
            <a:avLst/>
          </a:prstGeom>
        </p:spPr>
        <p:txBody>
          <a:bodyPr vert="horz" wrap="square" lIns="0" tIns="10001" rIns="0" bIns="0" rtlCol="0">
            <a:spAutoFit/>
          </a:bodyPr>
          <a:lstStyle/>
          <a:p>
            <a:pPr marL="9525">
              <a:spcBef>
                <a:spcPts val="79"/>
              </a:spcBef>
            </a:pPr>
            <a:r>
              <a:rPr sz="1500" spc="-4" dirty="0">
                <a:solidFill>
                  <a:schemeClr val="tx1"/>
                </a:solidFill>
                <a:latin typeface="Meiryo" panose="020B0604030504040204" pitchFamily="34" charset="-128"/>
                <a:ea typeface="Meiryo" panose="020B0604030504040204" pitchFamily="34" charset="-128"/>
                <a:cs typeface="Yu Gothic Medium"/>
              </a:rPr>
              <a:t>タイトル例: 機能</a:t>
            </a:r>
            <a:r>
              <a:rPr sz="1500" dirty="0">
                <a:solidFill>
                  <a:schemeClr val="tx1"/>
                </a:solidFill>
                <a:latin typeface="Meiryo" panose="020B0604030504040204" pitchFamily="34" charset="-128"/>
                <a:ea typeface="Meiryo" panose="020B0604030504040204" pitchFamily="34" charset="-128"/>
                <a:cs typeface="Yu Gothic Medium"/>
              </a:rPr>
              <a:t>A</a:t>
            </a:r>
            <a:r>
              <a:rPr sz="1500" spc="-11" dirty="0">
                <a:solidFill>
                  <a:schemeClr val="tx1"/>
                </a:solidFill>
                <a:latin typeface="Meiryo" panose="020B0604030504040204" pitchFamily="34" charset="-128"/>
                <a:ea typeface="Meiryo" panose="020B0604030504040204" pitchFamily="34" charset="-128"/>
                <a:cs typeface="Yu Gothic Medium"/>
              </a:rPr>
              <a:t>を実装しました.</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10" name="object 10"/>
          <p:cNvSpPr txBox="1"/>
          <p:nvPr/>
        </p:nvSpPr>
        <p:spPr>
          <a:xfrm>
            <a:off x="7182897" y="2196465"/>
            <a:ext cx="1880235" cy="702596"/>
          </a:xfrm>
          <a:prstGeom prst="rect">
            <a:avLst/>
          </a:prstGeom>
        </p:spPr>
        <p:txBody>
          <a:bodyPr vert="horz" wrap="square" lIns="0" tIns="10001" rIns="0" bIns="0" rtlCol="0">
            <a:spAutoFit/>
          </a:bodyPr>
          <a:lstStyle/>
          <a:p>
            <a:pPr marL="9525" marR="3810">
              <a:spcBef>
                <a:spcPts val="79"/>
              </a:spcBef>
            </a:pPr>
            <a:r>
              <a:rPr sz="1500" spc="-8" dirty="0">
                <a:solidFill>
                  <a:schemeClr val="tx1"/>
                </a:solidFill>
                <a:latin typeface="Meiryo" panose="020B0604030504040204" pitchFamily="34" charset="-128"/>
                <a:ea typeface="Meiryo" panose="020B0604030504040204" pitchFamily="34" charset="-128"/>
                <a:cs typeface="Yu Gothic Medium"/>
              </a:rPr>
              <a:t>Reviewersにレビューをして欲しい人を選択します.</a:t>
            </a:r>
            <a:endParaRPr sz="1500">
              <a:solidFill>
                <a:schemeClr val="tx1"/>
              </a:solidFill>
              <a:latin typeface="Meiryo" panose="020B0604030504040204" pitchFamily="34" charset="-128"/>
              <a:ea typeface="Meiryo" panose="020B0604030504040204" pitchFamily="34" charset="-128"/>
              <a:cs typeface="Yu Gothic Medium"/>
            </a:endParaRPr>
          </a:p>
        </p:txBody>
      </p:sp>
      <p:pic>
        <p:nvPicPr>
          <p:cNvPr id="11" name="object 11"/>
          <p:cNvPicPr/>
          <p:nvPr/>
        </p:nvPicPr>
        <p:blipFill>
          <a:blip r:embed="rId3" cstate="print"/>
          <a:stretch>
            <a:fillRect/>
          </a:stretch>
        </p:blipFill>
        <p:spPr>
          <a:xfrm>
            <a:off x="7122986" y="2947987"/>
            <a:ext cx="2004059" cy="1062419"/>
          </a:xfrm>
          <a:prstGeom prst="rect">
            <a:avLst/>
          </a:prstGeom>
        </p:spPr>
      </p:pic>
      <p:sp>
        <p:nvSpPr>
          <p:cNvPr id="12" name="object 12"/>
          <p:cNvSpPr txBox="1"/>
          <p:nvPr/>
        </p:nvSpPr>
        <p:spPr>
          <a:xfrm>
            <a:off x="7182897" y="4782655"/>
            <a:ext cx="1832134" cy="933428"/>
          </a:xfrm>
          <a:prstGeom prst="rect">
            <a:avLst/>
          </a:prstGeom>
        </p:spPr>
        <p:txBody>
          <a:bodyPr vert="horz" wrap="square" lIns="0" tIns="10001" rIns="0" bIns="0" rtlCol="0">
            <a:spAutoFit/>
          </a:bodyPr>
          <a:lstStyle/>
          <a:p>
            <a:pPr marL="9525" marR="3810">
              <a:spcBef>
                <a:spcPts val="79"/>
              </a:spcBef>
            </a:pPr>
            <a:r>
              <a:rPr sz="1500" spc="-8" dirty="0">
                <a:solidFill>
                  <a:schemeClr val="tx1"/>
                </a:solidFill>
                <a:latin typeface="Meiryo" panose="020B0604030504040204" pitchFamily="34" charset="-128"/>
                <a:ea typeface="Meiryo" panose="020B0604030504040204" pitchFamily="34" charset="-128"/>
                <a:cs typeface="Yu Gothic Medium"/>
              </a:rPr>
              <a:t>最後に</a:t>
            </a:r>
            <a:r>
              <a:rPr sz="1500" dirty="0">
                <a:solidFill>
                  <a:schemeClr val="tx1"/>
                </a:solidFill>
                <a:latin typeface="Meiryo" panose="020B0604030504040204" pitchFamily="34" charset="-128"/>
                <a:ea typeface="Meiryo" panose="020B0604030504040204" pitchFamily="34" charset="-128"/>
                <a:cs typeface="Yu Gothic Medium"/>
              </a:rPr>
              <a:t>Create</a:t>
            </a:r>
            <a:r>
              <a:rPr sz="1500" spc="-26" dirty="0">
                <a:solidFill>
                  <a:schemeClr val="tx1"/>
                </a:solidFill>
                <a:latin typeface="Meiryo" panose="020B0604030504040204" pitchFamily="34" charset="-128"/>
                <a:ea typeface="Meiryo" panose="020B0604030504040204" pitchFamily="34" charset="-128"/>
                <a:cs typeface="Yu Gothic Medium"/>
              </a:rPr>
              <a:t> </a:t>
            </a:r>
            <a:r>
              <a:rPr sz="1500" spc="-15" dirty="0">
                <a:solidFill>
                  <a:schemeClr val="tx1"/>
                </a:solidFill>
                <a:latin typeface="Meiryo" panose="020B0604030504040204" pitchFamily="34" charset="-128"/>
                <a:ea typeface="Meiryo" panose="020B0604030504040204" pitchFamily="34" charset="-128"/>
                <a:cs typeface="Yu Gothic Medium"/>
              </a:rPr>
              <a:t>pull </a:t>
            </a:r>
            <a:r>
              <a:rPr sz="1500" dirty="0">
                <a:solidFill>
                  <a:schemeClr val="tx1"/>
                </a:solidFill>
                <a:latin typeface="Meiryo" panose="020B0604030504040204" pitchFamily="34" charset="-128"/>
                <a:ea typeface="Meiryo" panose="020B0604030504040204" pitchFamily="34" charset="-128"/>
                <a:cs typeface="Yu Gothic Medium"/>
              </a:rPr>
              <a:t>requestを押し</a:t>
            </a:r>
            <a:r>
              <a:rPr sz="1500" spc="-15" dirty="0">
                <a:solidFill>
                  <a:schemeClr val="tx1"/>
                </a:solidFill>
                <a:latin typeface="Meiryo" panose="020B0604030504040204" pitchFamily="34" charset="-128"/>
                <a:ea typeface="Meiryo" panose="020B0604030504040204" pitchFamily="34" charset="-128"/>
                <a:cs typeface="Yu Gothic Medium"/>
              </a:rPr>
              <a:t>pull </a:t>
            </a:r>
            <a:r>
              <a:rPr sz="1500" dirty="0">
                <a:solidFill>
                  <a:schemeClr val="tx1"/>
                </a:solidFill>
                <a:latin typeface="Meiryo" panose="020B0604030504040204" pitchFamily="34" charset="-128"/>
                <a:ea typeface="Meiryo" panose="020B0604030504040204" pitchFamily="34" charset="-128"/>
                <a:cs typeface="Yu Gothic Medium"/>
              </a:rPr>
              <a:t>request</a:t>
            </a:r>
            <a:r>
              <a:rPr sz="1500" spc="-8" dirty="0">
                <a:solidFill>
                  <a:schemeClr val="tx1"/>
                </a:solidFill>
                <a:latin typeface="Meiryo" panose="020B0604030504040204" pitchFamily="34" charset="-128"/>
                <a:ea typeface="Meiryo" panose="020B0604030504040204" pitchFamily="34" charset="-128"/>
                <a:cs typeface="Yu Gothic Medium"/>
              </a:rPr>
              <a:t>を作成できま</a:t>
            </a:r>
            <a:r>
              <a:rPr sz="1500" spc="-19" dirty="0">
                <a:solidFill>
                  <a:schemeClr val="tx1"/>
                </a:solidFill>
                <a:latin typeface="Meiryo" panose="020B0604030504040204" pitchFamily="34" charset="-128"/>
                <a:ea typeface="Meiryo" panose="020B0604030504040204" pitchFamily="34" charset="-128"/>
                <a:cs typeface="Yu Gothic Medium"/>
              </a:rPr>
              <a:t>す.</a:t>
            </a:r>
            <a:endParaRPr sz="1500">
              <a:solidFill>
                <a:schemeClr val="tx1"/>
              </a:solidFill>
              <a:latin typeface="Meiryo" panose="020B0604030504040204" pitchFamily="34" charset="-128"/>
              <a:ea typeface="Meiryo" panose="020B0604030504040204" pitchFamily="34" charset="-128"/>
              <a:cs typeface="Yu Gothic Medium"/>
            </a:endParaRPr>
          </a:p>
        </p:txBody>
      </p:sp>
      <p:sp>
        <p:nvSpPr>
          <p:cNvPr id="13" name="object 7">
            <a:extLst>
              <a:ext uri="{FF2B5EF4-FFF2-40B4-BE49-F238E27FC236}">
                <a16:creationId xmlns:a16="http://schemas.microsoft.com/office/drawing/2014/main" id="{9F93C229-CC40-5598-24C5-F31148C24290}"/>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en" altLang="ja-JP" sz="3600" dirty="0">
                <a:solidFill>
                  <a:schemeClr val="tx1"/>
                </a:solidFill>
                <a:latin typeface="Meiryo" panose="020B0604030504040204" pitchFamily="34" charset="-128"/>
              </a:rPr>
              <a:t>Pull</a:t>
            </a:r>
            <a:r>
              <a:rPr lang="en" altLang="ja-JP" sz="3600" spc="548" dirty="0">
                <a:solidFill>
                  <a:schemeClr val="tx1"/>
                </a:solidFill>
                <a:latin typeface="Meiryo" panose="020B0604030504040204" pitchFamily="34" charset="-128"/>
              </a:rPr>
              <a:t> </a:t>
            </a:r>
            <a:r>
              <a:rPr lang="en" altLang="ja-JP" sz="3600" spc="-60" dirty="0">
                <a:solidFill>
                  <a:schemeClr val="tx1"/>
                </a:solidFill>
                <a:latin typeface="Meiryo" panose="020B0604030504040204" pitchFamily="34" charset="-128"/>
              </a:rPr>
              <a:t>request</a:t>
            </a:r>
            <a:r>
              <a:rPr lang="ja-JP" altLang="en-US" sz="3600" spc="116">
                <a:solidFill>
                  <a:schemeClr val="tx1"/>
                </a:solidFill>
                <a:latin typeface="Meiryo" panose="020B0604030504040204" pitchFamily="34" charset="-128"/>
              </a:rPr>
              <a:t>を作成してみよう</a:t>
            </a:r>
            <a:endParaRPr lang="en" altLang="ja-JP" sz="3600" dirty="0">
              <a:solidFill>
                <a:srgbClr val="1B2731"/>
              </a:solidFill>
              <a:latin typeface="Meiryo" panose="020B0604030504040204" pitchFamily="34" charset="-128"/>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507355" y="2007870"/>
            <a:ext cx="3406140" cy="1898428"/>
          </a:xfrm>
          <a:prstGeom prst="rect">
            <a:avLst/>
          </a:prstGeom>
        </p:spPr>
      </p:pic>
      <p:grpSp>
        <p:nvGrpSpPr>
          <p:cNvPr id="4" name="object 4"/>
          <p:cNvGrpSpPr/>
          <p:nvPr/>
        </p:nvGrpSpPr>
        <p:grpSpPr>
          <a:xfrm>
            <a:off x="224503" y="2007907"/>
            <a:ext cx="5483543" cy="3776663"/>
            <a:chOff x="299338" y="1534210"/>
            <a:chExt cx="7311390" cy="5035550"/>
          </a:xfrm>
        </p:grpSpPr>
        <p:pic>
          <p:nvPicPr>
            <p:cNvPr id="5" name="object 5"/>
            <p:cNvPicPr/>
            <p:nvPr/>
          </p:nvPicPr>
          <p:blipFill>
            <a:blip r:embed="rId3" cstate="print"/>
            <a:stretch>
              <a:fillRect/>
            </a:stretch>
          </p:blipFill>
          <p:spPr>
            <a:xfrm>
              <a:off x="299338" y="1534210"/>
              <a:ext cx="6792341" cy="5035029"/>
            </a:xfrm>
            <a:prstGeom prst="rect">
              <a:avLst/>
            </a:prstGeom>
          </p:spPr>
        </p:pic>
        <p:sp>
          <p:nvSpPr>
            <p:cNvPr id="6" name="object 6"/>
            <p:cNvSpPr/>
            <p:nvPr/>
          </p:nvSpPr>
          <p:spPr>
            <a:xfrm>
              <a:off x="925830" y="6141719"/>
              <a:ext cx="1512570" cy="293370"/>
            </a:xfrm>
            <a:custGeom>
              <a:avLst/>
              <a:gdLst/>
              <a:ahLst/>
              <a:cxnLst/>
              <a:rect l="l" t="t" r="r" b="b"/>
              <a:pathLst>
                <a:path w="1512570" h="293370">
                  <a:moveTo>
                    <a:pt x="0" y="293369"/>
                  </a:moveTo>
                  <a:lnTo>
                    <a:pt x="1512570" y="293369"/>
                  </a:lnTo>
                  <a:lnTo>
                    <a:pt x="1512570" y="0"/>
                  </a:lnTo>
                  <a:lnTo>
                    <a:pt x="0" y="0"/>
                  </a:lnTo>
                  <a:lnTo>
                    <a:pt x="0" y="293369"/>
                  </a:lnTo>
                  <a:close/>
                </a:path>
              </a:pathLst>
            </a:custGeom>
            <a:ln w="12700">
              <a:solidFill>
                <a:srgbClr val="FF0000"/>
              </a:solidFill>
            </a:ln>
          </p:spPr>
          <p:txBody>
            <a:bodyPr wrap="square" lIns="0" tIns="0" rIns="0" bIns="0" rtlCol="0"/>
            <a:lstStyle/>
            <a:p>
              <a:endParaRPr>
                <a:solidFill>
                  <a:schemeClr val="tx1"/>
                </a:solidFill>
                <a:latin typeface="Meiryo" panose="020B0604030504040204" pitchFamily="34" charset="-128"/>
                <a:ea typeface="Meiryo" panose="020B0604030504040204" pitchFamily="34" charset="-128"/>
              </a:endParaRPr>
            </a:p>
          </p:txBody>
        </p:sp>
        <p:sp>
          <p:nvSpPr>
            <p:cNvPr id="7" name="object 7"/>
            <p:cNvSpPr/>
            <p:nvPr/>
          </p:nvSpPr>
          <p:spPr>
            <a:xfrm>
              <a:off x="2438399" y="4959476"/>
              <a:ext cx="5172710" cy="1367155"/>
            </a:xfrm>
            <a:custGeom>
              <a:avLst/>
              <a:gdLst/>
              <a:ahLst/>
              <a:cxnLst/>
              <a:rect l="l" t="t" r="r" b="b"/>
              <a:pathLst>
                <a:path w="5172709" h="1367154">
                  <a:moveTo>
                    <a:pt x="64135" y="1293177"/>
                  </a:moveTo>
                  <a:lnTo>
                    <a:pt x="0" y="1349248"/>
                  </a:lnTo>
                  <a:lnTo>
                    <a:pt x="83312" y="1366926"/>
                  </a:lnTo>
                  <a:lnTo>
                    <a:pt x="75356" y="1336332"/>
                  </a:lnTo>
                  <a:lnTo>
                    <a:pt x="62230" y="1336332"/>
                  </a:lnTo>
                  <a:lnTo>
                    <a:pt x="60579" y="1330185"/>
                  </a:lnTo>
                  <a:lnTo>
                    <a:pt x="72922" y="1326972"/>
                  </a:lnTo>
                  <a:lnTo>
                    <a:pt x="64135" y="1293177"/>
                  </a:lnTo>
                  <a:close/>
                </a:path>
                <a:path w="5172709" h="1367154">
                  <a:moveTo>
                    <a:pt x="72922" y="1326972"/>
                  </a:moveTo>
                  <a:lnTo>
                    <a:pt x="60579" y="1330185"/>
                  </a:lnTo>
                  <a:lnTo>
                    <a:pt x="62230" y="1336332"/>
                  </a:lnTo>
                  <a:lnTo>
                    <a:pt x="74524" y="1333131"/>
                  </a:lnTo>
                  <a:lnTo>
                    <a:pt x="72922" y="1326972"/>
                  </a:lnTo>
                  <a:close/>
                </a:path>
                <a:path w="5172709" h="1367154">
                  <a:moveTo>
                    <a:pt x="74524" y="1333131"/>
                  </a:moveTo>
                  <a:lnTo>
                    <a:pt x="62230" y="1336332"/>
                  </a:lnTo>
                  <a:lnTo>
                    <a:pt x="75356" y="1336332"/>
                  </a:lnTo>
                  <a:lnTo>
                    <a:pt x="74524" y="1333131"/>
                  </a:lnTo>
                  <a:close/>
                </a:path>
                <a:path w="5172709" h="1367154">
                  <a:moveTo>
                    <a:pt x="5170678" y="0"/>
                  </a:moveTo>
                  <a:lnTo>
                    <a:pt x="72922" y="1326972"/>
                  </a:lnTo>
                  <a:lnTo>
                    <a:pt x="74524" y="1333131"/>
                  </a:lnTo>
                  <a:lnTo>
                    <a:pt x="5172202" y="6096"/>
                  </a:lnTo>
                  <a:lnTo>
                    <a:pt x="5170678" y="0"/>
                  </a:lnTo>
                  <a:close/>
                </a:path>
              </a:pathLst>
            </a:custGeom>
            <a:solidFill>
              <a:srgbClr val="20B782"/>
            </a:solidFill>
          </p:spPr>
          <p:txBody>
            <a:bodyPr wrap="square" lIns="0" tIns="0" rIns="0" bIns="0" rtlCol="0"/>
            <a:lstStyle/>
            <a:p>
              <a:endParaRPr>
                <a:solidFill>
                  <a:schemeClr val="tx1"/>
                </a:solidFill>
                <a:latin typeface="Meiryo" panose="020B0604030504040204" pitchFamily="34" charset="-128"/>
                <a:ea typeface="Meiryo" panose="020B0604030504040204" pitchFamily="34" charset="-128"/>
              </a:endParaRPr>
            </a:p>
          </p:txBody>
        </p:sp>
      </p:grpSp>
      <p:sp>
        <p:nvSpPr>
          <p:cNvPr id="8" name="object 8"/>
          <p:cNvSpPr txBox="1"/>
          <p:nvPr/>
        </p:nvSpPr>
        <p:spPr>
          <a:xfrm>
            <a:off x="5767196" y="4244721"/>
            <a:ext cx="2502218" cy="632866"/>
          </a:xfrm>
          <a:prstGeom prst="rect">
            <a:avLst/>
          </a:prstGeom>
        </p:spPr>
        <p:txBody>
          <a:bodyPr vert="horz" wrap="square" lIns="0" tIns="9525" rIns="0" bIns="0" rtlCol="0">
            <a:spAutoFit/>
          </a:bodyPr>
          <a:lstStyle/>
          <a:p>
            <a:pPr marL="9525" marR="3810">
              <a:spcBef>
                <a:spcPts val="75"/>
              </a:spcBef>
            </a:pPr>
            <a:r>
              <a:rPr sz="1350" spc="-4" dirty="0">
                <a:solidFill>
                  <a:schemeClr val="tx1"/>
                </a:solidFill>
                <a:latin typeface="Meiryo" panose="020B0604030504040204" pitchFamily="34" charset="-128"/>
                <a:ea typeface="Meiryo" panose="020B0604030504040204" pitchFamily="34" charset="-128"/>
                <a:cs typeface="Yu Gothic Medium"/>
              </a:rPr>
              <a:t>レビューが問題無ければ, </a:t>
            </a:r>
            <a:r>
              <a:rPr sz="1350" spc="-8" dirty="0">
                <a:solidFill>
                  <a:schemeClr val="tx1"/>
                </a:solidFill>
                <a:latin typeface="Meiryo" panose="020B0604030504040204" pitchFamily="34" charset="-128"/>
                <a:ea typeface="Meiryo" panose="020B0604030504040204" pitchFamily="34" charset="-128"/>
                <a:cs typeface="Yu Gothic Medium"/>
              </a:rPr>
              <a:t>Merge </a:t>
            </a:r>
            <a:r>
              <a:rPr sz="1350" dirty="0">
                <a:solidFill>
                  <a:schemeClr val="tx1"/>
                </a:solidFill>
                <a:latin typeface="Meiryo" panose="020B0604030504040204" pitchFamily="34" charset="-128"/>
                <a:ea typeface="Meiryo" panose="020B0604030504040204" pitchFamily="34" charset="-128"/>
                <a:cs typeface="Yu Gothic Medium"/>
              </a:rPr>
              <a:t>pull</a:t>
            </a:r>
            <a:r>
              <a:rPr sz="1350" spc="34" dirty="0">
                <a:solidFill>
                  <a:schemeClr val="tx1"/>
                </a:solidFill>
                <a:latin typeface="Meiryo" panose="020B0604030504040204" pitchFamily="34" charset="-128"/>
                <a:ea typeface="Meiryo" panose="020B0604030504040204" pitchFamily="34" charset="-128"/>
                <a:cs typeface="Yu Gothic Medium"/>
              </a:rPr>
              <a:t> </a:t>
            </a:r>
            <a:r>
              <a:rPr sz="1350" spc="-15" dirty="0">
                <a:solidFill>
                  <a:schemeClr val="tx1"/>
                </a:solidFill>
                <a:latin typeface="Meiryo" panose="020B0604030504040204" pitchFamily="34" charset="-128"/>
                <a:ea typeface="Meiryo" panose="020B0604030504040204" pitchFamily="34" charset="-128"/>
                <a:cs typeface="Yu Gothic Medium"/>
              </a:rPr>
              <a:t>requestをクリックして</a:t>
            </a:r>
            <a:r>
              <a:rPr sz="1350" spc="-38" dirty="0">
                <a:solidFill>
                  <a:schemeClr val="tx1"/>
                </a:solidFill>
                <a:latin typeface="Meiryo" panose="020B0604030504040204" pitchFamily="34" charset="-128"/>
                <a:ea typeface="Meiryo" panose="020B0604030504040204" pitchFamily="34" charset="-128"/>
                <a:cs typeface="Yu Gothic Medium"/>
              </a:rPr>
              <a:t> </a:t>
            </a:r>
            <a:r>
              <a:rPr sz="1350" spc="-19" dirty="0">
                <a:solidFill>
                  <a:schemeClr val="tx1"/>
                </a:solidFill>
                <a:latin typeface="Meiryo" panose="020B0604030504040204" pitchFamily="34" charset="-128"/>
                <a:ea typeface="Meiryo" panose="020B0604030504040204" pitchFamily="34" charset="-128"/>
                <a:cs typeface="Yu Gothic Medium"/>
              </a:rPr>
              <a:t>merge</a:t>
            </a:r>
            <a:r>
              <a:rPr sz="1350" spc="-8" dirty="0">
                <a:solidFill>
                  <a:schemeClr val="tx1"/>
                </a:solidFill>
                <a:latin typeface="Meiryo" panose="020B0604030504040204" pitchFamily="34" charset="-128"/>
                <a:ea typeface="Meiryo" panose="020B0604030504040204" pitchFamily="34" charset="-128"/>
                <a:cs typeface="Yu Gothic Medium"/>
              </a:rPr>
              <a:t>を実行できます.</a:t>
            </a:r>
            <a:endParaRPr sz="1350">
              <a:solidFill>
                <a:schemeClr val="tx1"/>
              </a:solidFill>
              <a:latin typeface="Meiryo" panose="020B0604030504040204" pitchFamily="34" charset="-128"/>
              <a:ea typeface="Meiryo" panose="020B0604030504040204" pitchFamily="34" charset="-128"/>
              <a:cs typeface="Yu Gothic Medium"/>
            </a:endParaRPr>
          </a:p>
        </p:txBody>
      </p:sp>
      <p:sp>
        <p:nvSpPr>
          <p:cNvPr id="9" name="object 7">
            <a:extLst>
              <a:ext uri="{FF2B5EF4-FFF2-40B4-BE49-F238E27FC236}">
                <a16:creationId xmlns:a16="http://schemas.microsoft.com/office/drawing/2014/main" id="{4512060F-0601-B8CF-E854-4E960F0A7AEF}"/>
              </a:ext>
            </a:extLst>
          </p:cNvPr>
          <p:cNvSpPr txBox="1">
            <a:spLocks/>
          </p:cNvSpPr>
          <p:nvPr/>
        </p:nvSpPr>
        <p:spPr>
          <a:xfrm>
            <a:off x="304800" y="76200"/>
            <a:ext cx="8305800" cy="563616"/>
          </a:xfrm>
          <a:prstGeom prst="rect">
            <a:avLst/>
          </a:prstGeom>
        </p:spPr>
        <p:txBody>
          <a:bodyPr vert="horz" wrap="square" lIns="0" tIns="9525" rIns="0" bIns="0" rtlCol="0">
            <a:spAutoFit/>
          </a:bodyPr>
          <a:lstStyle>
            <a:lvl1pPr>
              <a:defRPr sz="3300" b="1" i="0">
                <a:solidFill>
                  <a:schemeClr val="bg1"/>
                </a:solidFill>
                <a:latin typeface="Yu Gothic"/>
                <a:ea typeface="Meiryo" panose="020B0604030504040204" pitchFamily="34" charset="-128"/>
                <a:cs typeface="Yu Gothic"/>
              </a:defRPr>
            </a:lvl1pPr>
          </a:lstStyle>
          <a:p>
            <a:pPr marL="9525">
              <a:spcBef>
                <a:spcPts val="75"/>
              </a:spcBef>
            </a:pPr>
            <a:r>
              <a:rPr lang="ja-JP" altLang="en-US" sz="3600" spc="150">
                <a:solidFill>
                  <a:schemeClr val="tx1"/>
                </a:solidFill>
                <a:latin typeface="Meiryo" panose="020B0604030504040204" pitchFamily="34" charset="-128"/>
              </a:rPr>
              <a:t>レビュー</a:t>
            </a:r>
            <a:r>
              <a:rPr lang="en-US" altLang="ja-JP" sz="3600" spc="150" dirty="0">
                <a:solidFill>
                  <a:schemeClr val="tx1"/>
                </a:solidFill>
                <a:latin typeface="Meiryo" panose="020B0604030504040204" pitchFamily="34" charset="-128"/>
              </a:rPr>
              <a:t>&amp;</a:t>
            </a:r>
            <a:r>
              <a:rPr lang="ja-JP" altLang="en-US" sz="3600" spc="143">
                <a:solidFill>
                  <a:schemeClr val="tx1"/>
                </a:solidFill>
                <a:latin typeface="Meiryo" panose="020B0604030504040204" pitchFamily="34" charset="-128"/>
              </a:rPr>
              <a:t>マージをする</a:t>
            </a:r>
            <a:endParaRPr lang="en" altLang="ja-JP" sz="3600" dirty="0">
              <a:solidFill>
                <a:srgbClr val="1B2731"/>
              </a:solidFill>
              <a:latin typeface="Meiryo" panose="020B060403050404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572</TotalTime>
  <Words>976</Words>
  <Application>Microsoft Macintosh PowerPoint</Application>
  <PresentationFormat>画面に合わせる (4:3)</PresentationFormat>
  <Paragraphs>221</Paragraphs>
  <Slides>29</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29</vt:i4>
      </vt:variant>
    </vt:vector>
  </HeadingPairs>
  <TitlesOfParts>
    <vt:vector size="37" baseType="lpstr">
      <vt:lpstr>Noto Sans JP</vt:lpstr>
      <vt:lpstr>Meiryo</vt:lpstr>
      <vt:lpstr>游ゴシック</vt:lpstr>
      <vt:lpstr>游ゴシック</vt:lpstr>
      <vt:lpstr>Yu Gothic Medium</vt:lpstr>
      <vt:lpstr>Arial</vt:lpstr>
      <vt:lpstr>Calibri</vt:lpstr>
      <vt:lpstr>Office Theme</vt:lpstr>
      <vt:lpstr>Git講習</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Gitを扱う際の注意点</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蒼太 名取</dc:creator>
  <cp:lastModifiedBy>麓　宗馬</cp:lastModifiedBy>
  <cp:revision>109</cp:revision>
  <dcterms:created xsi:type="dcterms:W3CDTF">2025-03-15T22:04:33Z</dcterms:created>
  <dcterms:modified xsi:type="dcterms:W3CDTF">2025-11-28T09:42:12Z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2024-10-15T00:00:00Z</vt:filetime>
  </property>
  <property fmtid="{D5CDD505-2E9C-101B-9397-08002B2CF9AE}" pid="3" name="Creator">
    <vt:lpwstr>Microsoft® PowerPoint® for Microsoft 365</vt:lpwstr>
  </property>
  <property fmtid="{D5CDD505-2E9C-101B-9397-08002B2CF9AE}" pid="4" name="LastSaved">
    <vt:filetime>2025-03-15T00:00:00Z</vt:filetime>
  </property>
  <property fmtid="{D5CDD505-2E9C-101B-9397-08002B2CF9AE}" pid="5" name="Producer">
    <vt:lpwstr>Microsoft® PowerPoint® for Microsoft 365</vt:lpwstr>
  </property>
</Properties>
</file>